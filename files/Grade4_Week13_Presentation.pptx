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8860a1a-578e-ad25-d41a-b00fba42a3fa}">
          <p14:sldIdLst>
            <p14:sldId id="256"/>
            <p14:sldId id="257"/>
            <p14:sldId id="258"/>
            <p14:sldId id="259"/>
            <p14:sldId id="260"/>
          </p14:sldIdLst>
        </p14:section>
        <p14:section name="Learn" id="{261f3c8e-981d-6458-c642-bdb21aa86c3c}">
          <p14:sldIdLst>
            <p14:sldId id="261"/>
            <p14:sldId id="262"/>
            <p14:sldId id="263"/>
          </p14:sldIdLst>
        </p14:section>
        <p14:section name="Make" id="{c57fdec2-d285-addc-cce4-e6a6077ca920}">
          <p14:sldIdLst>
            <p14:sldId id="264"/>
            <p14:sldId id="265"/>
            <p14:sldId id="266"/>
            <p14:sldId id="267"/>
          </p14:sldIdLst>
        </p14:section>
        <p14:section name="Check" id="{e9be9bd9-fa48-e4e3-e98c-32ff2fde5ff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4 TCD class, Matatalab Pro Session 4 of 4 (1 hour 30 minutes). Students combine movement, loop, function and angle blocks to complete a challenge course, then demonstrate their program and explain how their function simplified their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Can your pair beat the final challenge course with the shortest, smartest code?
Video scenes: Four weeks of coding: Angles, functions, loops and debugging. | The final course: Three checkpoints. Obstacles. One finish line. | Smart code wins: Fewest blocks, no bumps. | Show the world: Demonstrate your code and explain your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Show a short code on the board with one mistake in it. Pairs have 60 seconds to find the bug and say how to fix it. Repeat with a second code that could be shortened with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challenge, demonstrate, efficient, loop, function, angle, feedback.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challenge course: Start in the green square. Visit all three checkpoints in order. Avoid every obstacle. Finish in the red square with the fewest blocks you can.
In this project you learned to use angle blocks for exact turns, functions to group repeated steps and loops to repeat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best tools: Angle blocks for exact turns. Loops for long straight lines. Functions for patterns you use more than once. A debug log for every fix.
Smart code does the job with as few blocks as possible. Fewer blocks mean code that is easier to read and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demonstrate: Say what the challenge was. Run your robot. Point to your function and explain what it does. Share one bug and how you fixed it.
When you demonstrate, explain what your code does and why you made your choices. Engineers always explain their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Read the course card 2. Plan the route 3. Build and test 4. Debug and shorten 5. Practise your demo script 6. Demonstrate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Walk around the course mat. Keep robots on the mat. Wait for your turn to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Complete the final challenge course. Count your blocks and try to shorten your code. Practise your demo with the script card. Demonstrate to the class and give feedback to one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Which block helps you turn exactly 45 degrees? 2. Which block repeats a set of blocks a number of times? 3. What does a function do? 4. Your code has 20 blocks. A friend's has 12 and does the same job. Whose is more efficient? 5. What is a good thing to say in a demo? 6. Good feedback is ... 7. How many degrees is a half turn? 8. The robot misses checkpoint 2. What do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Celebrate the smartest codes. Exit ticket: what did you learn about coding in this project?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4  |  Term 1, Week 13  |  Matatalab Pro Coding</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Final Challenge and Demo</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Matatalab Pro Coding</a:t>
            </a:r>
            <a:endParaRPr lang="en-US" sz="1500" dirty="0"/>
          </a:p>
          <a:p>
            <a:pPr indent="0" marL="0">
              <a:buNone/>
            </a:pPr>
            <a:r>
              <a:rPr lang="en-US" sz="1500" dirty="0">
                <a:solidFill>
                  <a:schemeClr val="accent6"/>
                </a:solidFill>
              </a:rPr>
              <a:t>Grade 4  |  Term 1  |  Week 13 (23 Nov to 27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MATATALAB PRO CODING</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Can your pair beat the final challenge course with the shortest, smartest code?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Four weeks of coding</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Angles, functions, loops and debugging.</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final course</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Three checkpoints. Obstacles. One finish line.</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Smart code wins</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Fewest blocks, no bumps.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Show the world</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Demonstrate your code and explain your thinking.</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combine everything we know to solve a challenge and explain our code to others.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complete the challenge course using loops, functions and angle blocks.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how my function made my code shorter.</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demonstrate my program clearly to the class.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give kind and useful feedback to another pair.</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Code Detective</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Show a short code on the board with one mistake in it.</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Pairs have 60 seconds to find the bug and say how to fix it.</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Repeat with a second code that could be shortened with a function.</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challenge</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demonstrate</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efficient</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loop</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function</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angle</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feedback</a:t>
            </a:r>
            <a:endParaRPr lang="en-US" sz="1700" dirty="0"/>
          </a:p>
        </p:txBody>
      </p:sp>
      <p:sp>
        <p:nvSpPr>
          <p:cNvPr id="17" name="Text 15"/>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 final challenge course</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Start in the green square.</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Visit all three checkpoints in order.</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Avoid every obstacle.</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Finish in the red square with the fewest blocks you can.</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best tools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Angle blocks for exact turns.</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Loops for long straight lines.</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Functions for patterns you use more than once.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debug log for every fix.</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How to demonstrate</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Say what the challenge was.</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Run your robot.</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Point to your function and explain what it does.</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Share one bug and how you fixed it.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Challenge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Read the course card</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Plan the route</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Build and test</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Debug and shorten</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Practise your demo script</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Demonstrate to the class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Walk around the course mat.</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robots on the mat.</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Wait for your turn to demo.</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the final challenge course.</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Count your blocks and try to shorten your code.</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Practise your demo with the script card.</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Demonstrate to the class and give feedback to one pair.</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Final Challenge Record</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Complete checkpoints 1 and 2 with a planning sheet; use the demo script card.</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Complete all three checkpoints using a loop and a function.</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Complete all checkpoints in under 15 blocks and explain two different ways to solve it.</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is the most useful block you learned about?</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would you code next?</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complete the challenge course using loops, functions and angle blocks.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how my function made my code shorter.</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demonstrate my program clearly to the class.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give kind and useful feedback to another pair.</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Matatalab Pro Coding: Final Challenge and Demo</dc:title>
  <dc:subject>PptxGenJS Presentation</dc:subject>
  <dc:creator>Ms. Lubna Kakkengal and Mr. Dilan Devendra</dc:creator>
  <cp:lastModifiedBy>Ms. Lubna Kakkengal and Mr. Dilan Devendra</cp:lastModifiedBy>
  <cp:revision>1</cp:revision>
  <dcterms:created xsi:type="dcterms:W3CDTF">2026-10-24T13:20:57Z</dcterms:created>
  <dcterms:modified xsi:type="dcterms:W3CDTF">2026-10-24T13:20:57Z</dcterms:modified>
</cp:coreProperties>
</file>