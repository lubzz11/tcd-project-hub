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8066132-6361-1bd3-55a9-4b60a4b240ce}">
          <p14:sldIdLst>
            <p14:sldId id="256"/>
            <p14:sldId id="257"/>
            <p14:sldId id="258"/>
            <p14:sldId id="259"/>
            <p14:sldId id="260"/>
          </p14:sldIdLst>
        </p14:section>
        <p14:section name="Learn" id="{24253138-17a8-7761-ec66-4986dec45450}">
          <p14:sldIdLst>
            <p14:sldId id="261"/>
            <p14:sldId id="262"/>
            <p14:sldId id="263"/>
            <p14:sldId id="264"/>
          </p14:sldIdLst>
        </p14:section>
        <p14:section name="Make" id="{3d77e885-d2d2-4092-2a38-2d8e019ad246}">
          <p14:sldIdLst>
            <p14:sldId id="265"/>
            <p14:sldId id="266"/>
            <p14:sldId id="267"/>
            <p14:sldId id="268"/>
          </p14:sldIdLst>
        </p14:section>
        <p14:section name="Check" id="{e3667976-43d0-59f2-24e6-ec6635f904d3}">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5 TCD class, Junior Designer Challenge Session 5 of 5 (1 hour 30 minutes). Students finalise their car logo model, check it against a print-ready checklist, export it, see how the slicer prepares it, and send it to the 3D printer. They compare the print with their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How does a 3D printer build an object one thin layer at a time?
Video scenes: Layer by layer: A hot nozzle draws your design in plastic, one layer on top of another. | In the UAE: Dubai has 3D printed whole office buildings. | Ready to print?: Thin parts, floating parts and bad sizes cause failed prints. | Today: Check, export and print your car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Pass around two sample prints: one clean and one with stringing or broken thin parts. Students list differences on mini whiteboards. Ask: what could the designer have changed to stop these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STL, export, slicer, layer, infill, support, nozzle, filament, print time.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Print-ready checklist: Everything is grouped into one object. The model sits flat on the workplane. No parts are floating in the air. Thin parts are at least 2 mm wide and the size is about 60 mm.
A 3D printer melts plastic filament in a hot nozzle and draws your design one thin layer at a time, from the bottom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 as STL: Select your model. Click Export, then choose STL. Name it Grade5_CarLogo_YourName. Save it in the class folder.
Before printing, check your model: everything grouped, sitting flat, no floating parts and no parts thinner than 2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slicer does: It cuts the model into thin layers. Infill is the pattern inside; 15 to 20 percent is enough for a logo. Supports hold up parts that hang in the air. It tells us the print time and how much filament we need.
The slicer cuts the model into layers and adds infill (the pattern inside) and supports (for parts that hang in the air). It also tells us how long the print will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the print: Measure it: is it the size you planned? Look closely: are any parts broken or messy? Compare it with the reference logo. Write one improvement for next time.
The slicer cuts the model into layers and adds infill (the pattern inside) and supports (for parts that hang in the air). It also tells us how long the print will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Run the print-ready checklist 2. Fix any problems 3. Export as STL 4. Teacher slices the file 5. Print on the 3D printer 6. Measure and evaluate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Never touch the nozzle or the print bed. They are very hot. Only the teacher removes prints from the printer. Keep hands and hair away from moving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Run the print-ready checklist on your car logo and fix problems. Export your STL file and save it in the class folder. Watch the slicer demonstration and note the print time. Evaluate a finished print (yours or a sample) on the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How does a 3D printer build an object? 2. Which file type do we export for printing? 3. What does the slicer do? 4. What is infill? 5. What are supports for? 6. Why must the model sit flat on the workplane? 7. Who removes prints from the printer? 8. Which UAE city has 3D printed office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Prints that are ready are shown. Students compare with the reference. Exit ticket (slide 15). Prints not finished will be collected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5  |  Term 1, Week 13  |  Junior Designer Challenge</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Finalise and 3D Print</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Junior Designer Challenge</a:t>
            </a:r>
            <a:endParaRPr lang="en-US" sz="1500" dirty="0"/>
          </a:p>
          <a:p>
            <a:pPr indent="0" marL="0">
              <a:buNone/>
            </a:pPr>
            <a:r>
              <a:rPr lang="en-US" sz="1500" dirty="0">
                <a:solidFill>
                  <a:schemeClr val="accent6"/>
                </a:solidFill>
              </a:rPr>
              <a:t>Grade 5  |  Term 1  |  Week 13 (23 Nov to 27 Nov)</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JUNIOR DESIGNER CHALLENGE</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How does a 3D printer build an object one thin layer at a time?</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Layer by layer</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 hot nozzle draws your design in plastic, one layer on top of another.</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In the UAE</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Dubai has 3D printed whole office buildings.</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Ready to print?</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Thin parts, floating parts and bad sizes cause failed prints.</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Today</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Check, export and print your car logo.</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prepare a 3D model so it prints well, and to check the print against our plan.</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check my model with the print-ready checklist.</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export my model as an STL file.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explain what the slicer does, including layers, infill and supports.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compare my print with my design and suggest one improvement.</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Good Print, Bad Print</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Pass around two sample prints: one clean and one with stringing or broken thin parts.</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Students list differences on mini whiteboards.</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Ask: what could the designer have changed to stop these problems?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499616"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STL</a:t>
            </a:r>
            <a:endParaRPr lang="en-US" sz="1700" dirty="0"/>
          </a:p>
        </p:txBody>
      </p:sp>
      <p:sp>
        <p:nvSpPr>
          <p:cNvPr id="5" name="word1"/>
          <p:cNvSpPr/>
          <p:nvPr/>
        </p:nvSpPr>
        <p:spPr>
          <a:xfrm>
            <a:off x="2139696" y="1280160"/>
            <a:ext cx="1499616"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231136" y="128016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export</a:t>
            </a:r>
            <a:endParaRPr lang="en-US" sz="1700" dirty="0"/>
          </a:p>
        </p:txBody>
      </p:sp>
      <p:sp>
        <p:nvSpPr>
          <p:cNvPr id="7" name="word2"/>
          <p:cNvSpPr/>
          <p:nvPr/>
        </p:nvSpPr>
        <p:spPr>
          <a:xfrm>
            <a:off x="3822192" y="1280160"/>
            <a:ext cx="1499616"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3913632"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slicer</a:t>
            </a:r>
            <a:endParaRPr lang="en-US" sz="1700" dirty="0"/>
          </a:p>
        </p:txBody>
      </p:sp>
      <p:sp>
        <p:nvSpPr>
          <p:cNvPr id="9" name="word3"/>
          <p:cNvSpPr/>
          <p:nvPr/>
        </p:nvSpPr>
        <p:spPr>
          <a:xfrm>
            <a:off x="5504688" y="1280160"/>
            <a:ext cx="1499616"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5596128" y="128016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layer</a:t>
            </a:r>
            <a:endParaRPr lang="en-US" sz="1700" dirty="0"/>
          </a:p>
        </p:txBody>
      </p:sp>
      <p:sp>
        <p:nvSpPr>
          <p:cNvPr id="11" name="word4"/>
          <p:cNvSpPr/>
          <p:nvPr/>
        </p:nvSpPr>
        <p:spPr>
          <a:xfrm>
            <a:off x="7187184" y="1280160"/>
            <a:ext cx="1499616"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7278624"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infill</a:t>
            </a:r>
            <a:endParaRPr lang="en-US" sz="1700" dirty="0"/>
          </a:p>
        </p:txBody>
      </p:sp>
      <p:sp>
        <p:nvSpPr>
          <p:cNvPr id="13" name="word5"/>
          <p:cNvSpPr/>
          <p:nvPr/>
        </p:nvSpPr>
        <p:spPr>
          <a:xfrm>
            <a:off x="457200" y="2240280"/>
            <a:ext cx="1499616"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548640" y="224028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support</a:t>
            </a:r>
            <a:endParaRPr lang="en-US" sz="1700" dirty="0"/>
          </a:p>
        </p:txBody>
      </p:sp>
      <p:sp>
        <p:nvSpPr>
          <p:cNvPr id="15" name="word6"/>
          <p:cNvSpPr/>
          <p:nvPr/>
        </p:nvSpPr>
        <p:spPr>
          <a:xfrm>
            <a:off x="2139696" y="2240280"/>
            <a:ext cx="1499616"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2231136" y="224028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nozzle</a:t>
            </a:r>
            <a:endParaRPr lang="en-US" sz="1700" dirty="0"/>
          </a:p>
        </p:txBody>
      </p:sp>
      <p:sp>
        <p:nvSpPr>
          <p:cNvPr id="17" name="word7"/>
          <p:cNvSpPr/>
          <p:nvPr/>
        </p:nvSpPr>
        <p:spPr>
          <a:xfrm>
            <a:off x="3822192" y="2240280"/>
            <a:ext cx="1499616"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3913632" y="224028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filament</a:t>
            </a:r>
            <a:endParaRPr lang="en-US" sz="1700" dirty="0"/>
          </a:p>
        </p:txBody>
      </p:sp>
      <p:sp>
        <p:nvSpPr>
          <p:cNvPr id="19" name="word8"/>
          <p:cNvSpPr/>
          <p:nvPr/>
        </p:nvSpPr>
        <p:spPr>
          <a:xfrm>
            <a:off x="5504688" y="2240280"/>
            <a:ext cx="1499616" cy="731520"/>
          </a:xfrm>
          <a:prstGeom prst="roundRect">
            <a:avLst>
              <a:gd name="adj" fmla="val 15000"/>
            </a:avLst>
          </a:prstGeom>
          <a:solidFill>
            <a:srgbClr val="FCEFF3"/>
          </a:solidFill>
          <a:ln w="12700">
            <a:solidFill>
              <a:srgbClr val="FCEFF3"/>
            </a:solidFill>
            <a:prstDash val="solid"/>
          </a:ln>
        </p:spPr>
      </p:sp>
      <p:sp>
        <p:nvSpPr>
          <p:cNvPr id="20" name="Text 18"/>
          <p:cNvSpPr txBox="1"/>
          <p:nvPr/>
        </p:nvSpPr>
        <p:spPr>
          <a:xfrm>
            <a:off x="5596128" y="224028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print time</a:t>
            </a:r>
            <a:endParaRPr lang="en-US" sz="1700" dirty="0"/>
          </a:p>
        </p:txBody>
      </p:sp>
      <p:sp>
        <p:nvSpPr>
          <p:cNvPr id="21" name="Text 19"/>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Print-ready checklist</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Everything is grouped into one object.</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The model sits flat on the workplane.</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No parts are floating in the air.</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Thin parts are at least 2 mm wide and the size is about 60 mm.</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Export as STL</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Select your model.</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Click Export, then choose STL.</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Name it Grade5_CarLogo_YourName.</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Save it in the class folder.</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What the slicer does</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It cuts the model into thin layers.</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Infill is the pattern inside; 15 to 20 percent is enough for a logo.</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Supports hold up parts that hang in the air.</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It tells us the print time and how much filament we need.</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Evaluate the print</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Measure it: is it the size you planned?</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Look closely: are any parts broken or messy?</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Compare it with the reference logo.</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Write one improvement for next time.</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From model to print</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Run the print-ready checklist</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Fix any problems</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Export as STL</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Teacher slices the file</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Print on the 3D printer</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Measure and evaluate</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Never touch the nozzle or the print bed. They are very hot.</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Only the teacher removes prints from the printer.</a:t>
            </a:r>
            <a:endParaRPr lang="en-US" sz="1500" dirty="0"/>
          </a:p>
        </p:txBody>
      </p:sp>
      <p:sp>
        <p:nvSpPr>
          <p:cNvPr id="10" name="safe2"/>
          <p:cNvSpPr/>
          <p:nvPr/>
        </p:nvSpPr>
        <p:spPr>
          <a:xfrm>
            <a:off x="2194560" y="2505456"/>
            <a:ext cx="6492240" cy="566928"/>
          </a:xfrm>
          <a:prstGeom prst="roundRect">
            <a:avLst>
              <a:gd name="adj" fmla="val 19355"/>
            </a:avLst>
          </a:prstGeom>
          <a:solidFill>
            <a:srgbClr val="FCEFF3"/>
          </a:solidFill>
          <a:ln w="12700">
            <a:solidFill>
              <a:srgbClr val="FCEFF3"/>
            </a:solidFill>
            <a:prstDash val="solid"/>
          </a:ln>
        </p:spPr>
      </p:sp>
      <p:sp>
        <p:nvSpPr>
          <p:cNvPr id="11" name="Text 8"/>
          <p:cNvSpPr txBox="1"/>
          <p:nvPr/>
        </p:nvSpPr>
        <p:spPr>
          <a:xfrm>
            <a:off x="2377440" y="2505456"/>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Keep hands and hair away from moving parts.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Run the print-ready checklist on your car logo and fix problems.</a:t>
            </a:r>
            <a:endParaRPr lang="en-US" sz="1600" dirty="0"/>
          </a:p>
        </p:txBody>
      </p:sp>
      <p:sp>
        <p:nvSpPr>
          <p:cNvPr id="5" name="Shape 3"/>
          <p:cNvSpPr/>
          <p:nvPr/>
        </p:nvSpPr>
        <p:spPr>
          <a:xfrm>
            <a:off x="457200" y="1947672"/>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745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Export your STL file and save it in the class folder.</a:t>
            </a:r>
            <a:endParaRPr lang="en-US" sz="1600" dirty="0"/>
          </a:p>
        </p:txBody>
      </p:sp>
      <p:sp>
        <p:nvSpPr>
          <p:cNvPr id="7" name="Shape 5"/>
          <p:cNvSpPr/>
          <p:nvPr/>
        </p:nvSpPr>
        <p:spPr>
          <a:xfrm>
            <a:off x="457200" y="2633472"/>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603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Watch the slicer demonstration and note the print time.</a:t>
            </a:r>
            <a:endParaRPr lang="en-US" sz="1600" dirty="0"/>
          </a:p>
        </p:txBody>
      </p:sp>
      <p:sp>
        <p:nvSpPr>
          <p:cNvPr id="9" name="Shape 7"/>
          <p:cNvSpPr/>
          <p:nvPr/>
        </p:nvSpPr>
        <p:spPr>
          <a:xfrm>
            <a:off x="457200" y="3319272"/>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2461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Evaluate a finished print (yours or a sample) on the worksheet.</a:t>
            </a:r>
            <a:endParaRPr lang="en-US" sz="1600" dirty="0"/>
          </a:p>
        </p:txBody>
      </p:sp>
      <p:sp>
        <p:nvSpPr>
          <p:cNvPr id="11"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2" name="Shape 10"/>
          <p:cNvSpPr/>
          <p:nvPr/>
        </p:nvSpPr>
        <p:spPr>
          <a:xfrm>
            <a:off x="6949440" y="1417320"/>
            <a:ext cx="1051560" cy="1051560"/>
          </a:xfrm>
          <a:prstGeom prst="ellipse">
            <a:avLst/>
          </a:prstGeom>
          <a:solidFill>
            <a:srgbClr val="0E7C80"/>
          </a:solidFill>
          <a:ln w="12700">
            <a:solidFill>
              <a:srgbClr val="0E7C80"/>
            </a:solidFill>
            <a:prstDash val="solid"/>
          </a:ln>
        </p:spPr>
      </p:sp>
      <p:pic>
        <p:nvPicPr>
          <p:cNvPr id="13"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4" name="Text 11"/>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5" name="Text 12"/>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Print-Ready Check and Evaluation</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Use the checklist with a partner and export with the step card.</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Fix all checklist problems and explain layers and infill.</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Compare two infill settings in the slicer demo and explain which you would choose and why.</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8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did the print-ready checklist help you fix?</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would you 3D print next?</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check my model with the print-ready checklist.</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export my model as an STL file.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explain what the slicer does, including layers, infill and supports.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compare my print with my design and suggest one improvement.</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Junior Designer Challenge: Finalise and 3D Print</dc:title>
  <dc:subject>PptxGenJS Presentation</dc:subject>
  <dc:creator>Ms. Lubna Kakkengal and Mr. Dilan Devendra</dc:creator>
  <cp:lastModifiedBy>Ms. Lubna Kakkengal and Mr. Dilan Devendra</cp:lastModifiedBy>
  <cp:revision>1</cp:revision>
  <dcterms:created xsi:type="dcterms:W3CDTF">2026-10-24T13:20:58Z</dcterms:created>
  <dcterms:modified xsi:type="dcterms:W3CDTF">2026-10-24T13:20:58Z</dcterms:modified>
</cp:coreProperties>
</file>