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eac323f-e3d2-932b-04f8-224e1f1b925d}">
          <p14:sldIdLst>
            <p14:sldId id="256"/>
            <p14:sldId id="257"/>
            <p14:sldId id="258"/>
            <p14:sldId id="259"/>
            <p14:sldId id="260"/>
          </p14:sldIdLst>
        </p14:section>
        <p14:section name="Learn" id="{712b7b34-dc4e-6066-ffc4-6b6cd8d26c6c}">
          <p14:sldIdLst>
            <p14:sldId id="261"/>
            <p14:sldId id="262"/>
            <p14:sldId id="263"/>
          </p14:sldIdLst>
        </p14:section>
        <p14:section name="Make" id="{d7879476-b5f7-ba93-2a77-826cab707639}">
          <p14:sldIdLst>
            <p14:sldId id="264"/>
            <p14:sldId id="265"/>
            <p14:sldId id="266"/>
            <p14:sldId id="267"/>
          </p14:sldIdLst>
        </p14:section>
        <p14:section name="Check" id="{0d678189-ce5b-f110-2aac-b254322ce7a2}">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6 TCD class, Term 1 Showcase (2 hours). In this short week, students present the best of their Term 1 work (Junior Engineer prototypes and 3D prints, candles, maker marks and Photon missions), reflect on their learning and take the Term 1 final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If you had to explain TCD to a new student in one minute, what would you show them?
Video scenes: Week 1: We learned to work safely in the TCD workshop. | Junior Engineer: Roles, prototypes, Tinkercad, logos and laser cutting. | Candle Making: We made Oud candles in UAE colours. | My Maker Mark: Personal branding, laser cutting and Unimat Cool Tools. | Photon AI: Sense, think, act, selection and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Show photos from the term: safety, Junior Engineer, candles, laser, Unimat, Photon. Pairs have 60 seconds to list as many technical words as they can. Share the top answers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showcase, prototype, role, laser, engrave, sensor, selection, loop, reflect.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Term 1 journey: Safety Induction and origami maker piece Junior Engineer Challenge: idea, roles, prototype, Tinkercad, logo and laser Candle Making and My Maker Mark Photon AI Mission: sense, think, act, selection and loops
This term you worked safely, developed a product with a team, made a candle, built a personal maker mark with the laser and Unimat tools, and coded Photon with selection and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Presenting like an engineer: Start with the problem or goal. Show the product and explain your process. Explain one decision and why you made it. Finish with one improvement and what you learned.
A strong technical presentation starts with the goal, shows the product, explains the process and decisions and ends with an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Reflecting on growth: What can I do now that I could not do in Week 1? Which skill moved from one project to another? Which ENS value did I show most: courage, respect, tolerance or resilience?
Reflecting helps you see how skills transfer from one project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Choose your best piece 2. Plan with the presentation sheet 3. Practise with a partner 4. Present 5. Complete your reflection 6. Take the Term 1 final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Handle other students' work gently. Candles stay unlit on the display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Choose your best Term 1 piece. Plan a 90-second presentation. Present to the class. Complete the reflection sheet. Take the Term 1 final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comes first in every TCD session? 2. In the Junior Engineer Challenge, which role designs how the product looks and works? 3. What is a prototype? 4. What happens to wax when it is heated? 5. A maker mark is ... 6. What is the difference between cutting and engraving? 7. Who operates the laser cutter? 8. What must you wear before using a Unimat machine? 9. Sensors are ... 10. Which flowchart shape shows a decision? 11. Why put an if-then inside a loop? 12. Which ENS value means the will to act rightly even when it is difficult?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Celebrate the term. Certificates follow once the instructor approves them. Exit ticket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6  |  Term 1, Week 14  |  Term 1 Showcase</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Term 1 Showcase and Presentation</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Term 1 Showcase</a:t>
            </a:r>
            <a:endParaRPr lang="en-US" sz="1500" dirty="0"/>
          </a:p>
          <a:p>
            <a:pPr indent="0" marL="0">
              <a:buNone/>
            </a:pPr>
            <a:r>
              <a:rPr lang="en-US" sz="1500" dirty="0">
                <a:solidFill>
                  <a:schemeClr val="accent6"/>
                </a:solidFill>
              </a:rPr>
              <a:t>Grade 6  |  Term 1  |  Week 14 (30 Nov to 4 Dec)</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TERM 1 SHOWCASE</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If you had to explain TCD to a new student in one minute, what would you show them?</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Week 1</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We learned to work safely in the TCD workshop.</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Junior Engineer</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Roles, prototypes, Tinkercad, logos and laser cutting.</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Candle Making</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We made Oud candles in UAE colours.</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My Maker Mark</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Personal branding, laser cutting and Unimat Cool Tools.</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present our Term 1 work professionally and reflect on our growth as makers and engineers.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present my best work using technical vocabulary.</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the process I followed and one decision I made.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link skills across two projects.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complete the Term 1 final quiz.</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Term 1 in 60 Seconds</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Show photos from the term: safety, Junior Engineer, candles, laser, Unimat, Photon.</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Pairs have 60 seconds to list as many technical words as they can.</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Share the top answers on the board.</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499616"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showcase</a:t>
            </a:r>
            <a:endParaRPr lang="en-US" sz="1700" dirty="0"/>
          </a:p>
        </p:txBody>
      </p:sp>
      <p:sp>
        <p:nvSpPr>
          <p:cNvPr id="5" name="word1"/>
          <p:cNvSpPr/>
          <p:nvPr/>
        </p:nvSpPr>
        <p:spPr>
          <a:xfrm>
            <a:off x="2139696" y="1280160"/>
            <a:ext cx="1499616"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231136"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prototype</a:t>
            </a:r>
            <a:endParaRPr lang="en-US" sz="1700" dirty="0"/>
          </a:p>
        </p:txBody>
      </p:sp>
      <p:sp>
        <p:nvSpPr>
          <p:cNvPr id="7" name="word2"/>
          <p:cNvSpPr/>
          <p:nvPr/>
        </p:nvSpPr>
        <p:spPr>
          <a:xfrm>
            <a:off x="3822192" y="1280160"/>
            <a:ext cx="1499616"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3913632"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role</a:t>
            </a:r>
            <a:endParaRPr lang="en-US" sz="1700" dirty="0"/>
          </a:p>
        </p:txBody>
      </p:sp>
      <p:sp>
        <p:nvSpPr>
          <p:cNvPr id="9" name="word3"/>
          <p:cNvSpPr/>
          <p:nvPr/>
        </p:nvSpPr>
        <p:spPr>
          <a:xfrm>
            <a:off x="5504688" y="1280160"/>
            <a:ext cx="1499616"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5596128"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laser</a:t>
            </a:r>
            <a:endParaRPr lang="en-US" sz="1700" dirty="0"/>
          </a:p>
        </p:txBody>
      </p:sp>
      <p:sp>
        <p:nvSpPr>
          <p:cNvPr id="11" name="word4"/>
          <p:cNvSpPr/>
          <p:nvPr/>
        </p:nvSpPr>
        <p:spPr>
          <a:xfrm>
            <a:off x="7187184" y="1280160"/>
            <a:ext cx="1499616"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7278624"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engrave</a:t>
            </a:r>
            <a:endParaRPr lang="en-US" sz="1700" dirty="0"/>
          </a:p>
        </p:txBody>
      </p:sp>
      <p:sp>
        <p:nvSpPr>
          <p:cNvPr id="13" name="word5"/>
          <p:cNvSpPr/>
          <p:nvPr/>
        </p:nvSpPr>
        <p:spPr>
          <a:xfrm>
            <a:off x="457200" y="2240280"/>
            <a:ext cx="1499616"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548640"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sensor</a:t>
            </a:r>
            <a:endParaRPr lang="en-US" sz="1700" dirty="0"/>
          </a:p>
        </p:txBody>
      </p:sp>
      <p:sp>
        <p:nvSpPr>
          <p:cNvPr id="15" name="word6"/>
          <p:cNvSpPr/>
          <p:nvPr/>
        </p:nvSpPr>
        <p:spPr>
          <a:xfrm>
            <a:off x="2139696" y="2240280"/>
            <a:ext cx="1499616"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2231136"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selection</a:t>
            </a:r>
            <a:endParaRPr lang="en-US" sz="1700" dirty="0"/>
          </a:p>
        </p:txBody>
      </p:sp>
      <p:sp>
        <p:nvSpPr>
          <p:cNvPr id="17" name="word7"/>
          <p:cNvSpPr/>
          <p:nvPr/>
        </p:nvSpPr>
        <p:spPr>
          <a:xfrm>
            <a:off x="3822192" y="2240280"/>
            <a:ext cx="1499616"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3913632"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loop</a:t>
            </a:r>
            <a:endParaRPr lang="en-US" sz="1700" dirty="0"/>
          </a:p>
        </p:txBody>
      </p:sp>
      <p:sp>
        <p:nvSpPr>
          <p:cNvPr id="19" name="word8"/>
          <p:cNvSpPr/>
          <p:nvPr/>
        </p:nvSpPr>
        <p:spPr>
          <a:xfrm>
            <a:off x="5504688" y="2240280"/>
            <a:ext cx="1499616" cy="731520"/>
          </a:xfrm>
          <a:prstGeom prst="roundRect">
            <a:avLst>
              <a:gd name="adj" fmla="val 15000"/>
            </a:avLst>
          </a:prstGeom>
          <a:solidFill>
            <a:srgbClr val="FCEFF3"/>
          </a:solidFill>
          <a:ln w="12700">
            <a:solidFill>
              <a:srgbClr val="FCEFF3"/>
            </a:solidFill>
            <a:prstDash val="solid"/>
          </a:ln>
        </p:spPr>
      </p:sp>
      <p:sp>
        <p:nvSpPr>
          <p:cNvPr id="20" name="Text 18"/>
          <p:cNvSpPr txBox="1"/>
          <p:nvPr/>
        </p:nvSpPr>
        <p:spPr>
          <a:xfrm>
            <a:off x="5596128"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reflect</a:t>
            </a:r>
            <a:endParaRPr lang="en-US" sz="1700" dirty="0"/>
          </a:p>
        </p:txBody>
      </p:sp>
      <p:sp>
        <p:nvSpPr>
          <p:cNvPr id="21" name="Text 19"/>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Our Term 1 journey</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Safety Induction and origami maker piece</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Junior Engineer Challenge: idea, roles, prototype, Tinkercad, logo and laser</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Candle Making and My Maker Mark</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Photon AI Mission: sense, think, act, selection and loops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Presenting like an engineer</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Start with the problem or goal.</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Show the product and explain your process.</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Explain one decision and why you made it.</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Finish with one improvement and what you learned.</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Reflecting on growth</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What can I do now that I could not do in Week 1?</a:t>
            </a:r>
            <a:endParaRPr lang="en-US" sz="1600" dirty="0"/>
          </a:p>
        </p:txBody>
      </p:sp>
      <p:sp>
        <p:nvSpPr>
          <p:cNvPr id="6" name="Shape 3"/>
          <p:cNvSpPr/>
          <p:nvPr/>
        </p:nvSpPr>
        <p:spPr>
          <a:xfrm>
            <a:off x="457200" y="210312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223821"/>
            <a:ext cx="261518" cy="261518"/>
          </a:xfrm>
          <a:prstGeom prst="rect">
            <a:avLst/>
          </a:prstGeom>
        </p:spPr>
      </p:pic>
      <p:sp>
        <p:nvSpPr>
          <p:cNvPr id="8" name="Text 4"/>
          <p:cNvSpPr txBox="1"/>
          <p:nvPr/>
        </p:nvSpPr>
        <p:spPr>
          <a:xfrm>
            <a:off x="1143000" y="205740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Which skill moved from one project to another?</a:t>
            </a:r>
            <a:endParaRPr lang="en-US" sz="1600" dirty="0"/>
          </a:p>
        </p:txBody>
      </p:sp>
      <p:sp>
        <p:nvSpPr>
          <p:cNvPr id="9" name="Shape 5"/>
          <p:cNvSpPr/>
          <p:nvPr/>
        </p:nvSpPr>
        <p:spPr>
          <a:xfrm>
            <a:off x="457200" y="297180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92501"/>
            <a:ext cx="261518" cy="261518"/>
          </a:xfrm>
          <a:prstGeom prst="rect">
            <a:avLst/>
          </a:prstGeom>
        </p:spPr>
      </p:pic>
      <p:sp>
        <p:nvSpPr>
          <p:cNvPr id="11" name="Text 6"/>
          <p:cNvSpPr txBox="1"/>
          <p:nvPr/>
        </p:nvSpPr>
        <p:spPr>
          <a:xfrm>
            <a:off x="1143000" y="292608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Which ENS value did I show most: courage, respect, tolerance or resilience?</a:t>
            </a:r>
            <a:endParaRPr lang="en-US" sz="1600" dirty="0"/>
          </a:p>
        </p:txBody>
      </p:sp>
      <p:sp>
        <p:nvSpPr>
          <p:cNvPr id="12"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3" name="Shape 8"/>
          <p:cNvSpPr/>
          <p:nvPr/>
        </p:nvSpPr>
        <p:spPr>
          <a:xfrm>
            <a:off x="6903720" y="1463040"/>
            <a:ext cx="1143000" cy="1143000"/>
          </a:xfrm>
          <a:prstGeom prst="ellipse">
            <a:avLst/>
          </a:prstGeom>
          <a:solidFill>
            <a:srgbClr val="FFFFFF"/>
          </a:solidFill>
          <a:ln w="12700">
            <a:solidFill>
              <a:srgbClr val="FFFFFF"/>
            </a:solidFill>
            <a:prstDash val="solid"/>
          </a:ln>
        </p:spPr>
      </p:sp>
      <p:pic>
        <p:nvPicPr>
          <p:cNvPr id="14" name="Image 3" descr="preencoded.png">    </p:cNvPr>
          <p:cNvPicPr>
            <a:picLocks noChangeAspect="1"/>
          </p:cNvPicPr>
          <p:nvPr/>
        </p:nvPicPr>
        <p:blipFill>
          <a:blip r:embed="rId4"/>
          <a:stretch>
            <a:fillRect/>
          </a:stretch>
        </p:blipFill>
        <p:spPr>
          <a:xfrm>
            <a:off x="7178040" y="1737360"/>
            <a:ext cx="594360" cy="594360"/>
          </a:xfrm>
          <a:prstGeom prst="rect">
            <a:avLst/>
          </a:prstGeom>
        </p:spPr>
      </p:pic>
      <p:sp>
        <p:nvSpPr>
          <p:cNvPr id="15" name="Text 9"/>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6" name="Text 10"/>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Showcase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Choose your best piece</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Plan with the presentation sheet</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Practise with a partner</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Present</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Complete your reflection</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Take the Term 1 final quiz</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Handle other students' work gently.</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Candles stay unlit on the display table.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Choose your best Term 1 piece.</a:t>
            </a:r>
            <a:endParaRPr lang="en-US" sz="1600" dirty="0"/>
          </a:p>
        </p:txBody>
      </p:sp>
      <p:sp>
        <p:nvSpPr>
          <p:cNvPr id="5" name="Shape 3"/>
          <p:cNvSpPr/>
          <p:nvPr/>
        </p:nvSpPr>
        <p:spPr>
          <a:xfrm>
            <a:off x="457200" y="1920240"/>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47088"/>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Plan a 90-second presentation.</a:t>
            </a:r>
            <a:endParaRPr lang="en-US" sz="1600" dirty="0"/>
          </a:p>
        </p:txBody>
      </p:sp>
      <p:sp>
        <p:nvSpPr>
          <p:cNvPr id="7" name="Shape 5"/>
          <p:cNvSpPr/>
          <p:nvPr/>
        </p:nvSpPr>
        <p:spPr>
          <a:xfrm>
            <a:off x="457200" y="2578608"/>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05456"/>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Present to the class.</a:t>
            </a:r>
            <a:endParaRPr lang="en-US" sz="1600" dirty="0"/>
          </a:p>
        </p:txBody>
      </p:sp>
      <p:sp>
        <p:nvSpPr>
          <p:cNvPr id="9" name="Shape 7"/>
          <p:cNvSpPr/>
          <p:nvPr/>
        </p:nvSpPr>
        <p:spPr>
          <a:xfrm>
            <a:off x="457200" y="3236976"/>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163824"/>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Complete the reflection sheet.</a:t>
            </a:r>
            <a:endParaRPr lang="en-US" sz="1600" dirty="0"/>
          </a:p>
        </p:txBody>
      </p:sp>
      <p:sp>
        <p:nvSpPr>
          <p:cNvPr id="11" name="Shape 9"/>
          <p:cNvSpPr/>
          <p:nvPr/>
        </p:nvSpPr>
        <p:spPr>
          <a:xfrm>
            <a:off x="457200" y="3895344"/>
            <a:ext cx="411480" cy="411480"/>
          </a:xfrm>
          <a:prstGeom prst="roundRect">
            <a:avLst>
              <a:gd name="adj" fmla="val 13333"/>
            </a:avLst>
          </a:prstGeom>
          <a:solidFill>
            <a:srgbClr val="FFFFFF"/>
          </a:solidFill>
          <a:ln w="25400">
            <a:solidFill>
              <a:srgbClr val="0E7C80"/>
            </a:solidFill>
            <a:prstDash val="solid"/>
          </a:ln>
        </p:spPr>
      </p:sp>
      <p:sp>
        <p:nvSpPr>
          <p:cNvPr id="12" name="Text 10"/>
          <p:cNvSpPr txBox="1"/>
          <p:nvPr/>
        </p:nvSpPr>
        <p:spPr>
          <a:xfrm>
            <a:off x="1051560" y="3822192"/>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Take the Term 1 final quiz.</a:t>
            </a:r>
            <a:endParaRPr lang="en-US" sz="1600" dirty="0"/>
          </a:p>
        </p:txBody>
      </p:sp>
      <p:sp>
        <p:nvSpPr>
          <p:cNvPr id="13"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4" name="Shape 12"/>
          <p:cNvSpPr/>
          <p:nvPr/>
        </p:nvSpPr>
        <p:spPr>
          <a:xfrm>
            <a:off x="6949440" y="1417320"/>
            <a:ext cx="1051560" cy="1051560"/>
          </a:xfrm>
          <a:prstGeom prst="ellipse">
            <a:avLst/>
          </a:prstGeom>
          <a:solidFill>
            <a:srgbClr val="0E7C80"/>
          </a:solidFill>
          <a:ln w="12700">
            <a:solidFill>
              <a:srgbClr val="0E7C80"/>
            </a:solidFill>
            <a:prstDash val="solid"/>
          </a:ln>
        </p:spPr>
      </p:sp>
      <p:pic>
        <p:nvPicPr>
          <p:cNvPr id="15"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6" name="Text 13"/>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7" name="Text 14"/>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My Term 1 Showcase</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Present with the sentence starter card and a partner.</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Present for 90 seconds using four technical words.</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Present two pieces, link the skills between them and answer questions from the audience.</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12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Which skill moved with you from one project to another?</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do you want to master in Term 2?</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present my best work using technical vocabulary.</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the process I followed and one decision I made.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link skills across two projects.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complete the Term 1 final quiz.</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 1 Showcase: Term 1 Showcase and Presentation</dc:title>
  <dc:subject>PptxGenJS Presentation</dc:subject>
  <dc:creator>Ms. Lubna Kakkengal and Mr. Dilan Devendra</dc:creator>
  <cp:lastModifiedBy>Ms. Lubna Kakkengal and Mr. Dilan Devendra</cp:lastModifiedBy>
  <cp:revision>1</cp:revision>
  <dcterms:created xsi:type="dcterms:W3CDTF">2026-10-24T13:20:59Z</dcterms:created>
  <dcterms:modified xsi:type="dcterms:W3CDTF">2026-10-24T13:20:59Z</dcterms:modified>
</cp:coreProperties>
</file>