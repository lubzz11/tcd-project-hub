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ffe0ffa-e9f6-f809-79c9-c3d1d518a620}">
          <p14:sldIdLst>
            <p14:sldId id="256"/>
            <p14:sldId id="257"/>
            <p14:sldId id="258"/>
            <p14:sldId id="259"/>
            <p14:sldId id="260"/>
          </p14:sldIdLst>
        </p14:section>
        <p14:section name="Learn" id="{8fd08879-5652-8f73-949e-0d8732c83e77}">
          <p14:sldIdLst>
            <p14:sldId id="261"/>
            <p14:sldId id="262"/>
            <p14:sldId id="263"/>
          </p14:sldIdLst>
        </p14:section>
        <p14:section name="Make" id="{8ff03cbe-576f-589c-cfef-0b813967fd74}">
          <p14:sldIdLst>
            <p14:sldId id="264"/>
            <p14:sldId id="265"/>
            <p14:sldId id="266"/>
            <p14:sldId id="267"/>
          </p14:sldIdLst>
        </p14:section>
        <p14:section name="Check" id="{aece2015-443a-a1fe-2824-04ea04a6786a}">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4 TCD class, Matatalab Pro Session 2 of 4 (1 hour 30 minutes). Students spot repeated steps in a long sequence, group them into a function block and compare the long and short versions of their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Why write the same steps again and again when you could give them one name?
Video scenes: A long code: Forward, turn, forward, turn, forward, turn, forward, turn. | Spot the pattern: The same two steps repeat four times. | Give it a name: A function holds the repeated steps in one block. | Your mission: Make your code shorter, cleaner and easier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Teacher claps a rhythm: clap, clap, stomp. Clap, clap, stomp. Clap, clap, stomp. Ask: what part repeats? How could we say this in fewer words? Agree: 'Do clap, clap, stomp three times.' That short name is like a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function, pattern, repeat, call, sequence, efficient, debug.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 function?: A function is a group of steps with one name. You build the steps once on the function line. Each time you place the function block, the robot runs all those steps. This is called calling the function.
A function is a group of steps that has one name. Instead of writing the same steps again and again, you build them once and then call the function whenever you need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the pattern: Write out your long code first. Look for steps that come back again and again. Circle the repeating group with a colour. That group goes into the function.
To find a function, write your long code and look for a pattern that repeats. Circle it. That group of steps becomes your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code or short code?: Long code: 8 blocks to draw a square. With a function: 2 blocks in the function, called 4 times. Shorter code is easier to read and quicker to fix. If you change the function once, every call changes too.
Functions make code shorter, easier to read and easier to fix. If there is a mistake, you only need to fix it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Write the long code 2. Circle the pattern 3. Build the pattern on the function line 4. Place function blocks on the main line 5. Run and test 6. Compare long and short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Keep robots on the mat and away from table edges. Cap the pens after drawing. Return all blocks to the correct tray.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Draw a square using a function. Draw a zigzag or staircase using a function. Count your blocks before and after. Record both versions on the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What is a function? 2. What do we look for before making a function? 3. What does calling a function mean? 4. Forward, turn, forward, turn, forward, turn. Which steps repeat? 5. Why is shorter code better? 6. If you fix a mistake inside the function, what happens? 7. A square needs 4 sides. How many times do you call a forward-and-turn function? 8. Sadu weaving repeats the same small design. This is like 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Pairs share their block count before and after. Exit ticket: why is a function useful?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4  |  Term 1, Week 11  |  Matatalab Pro Coding</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Function Blocks</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Matatalab Pro Coding</a:t>
            </a:r>
            <a:endParaRPr lang="en-US" sz="1500" dirty="0"/>
          </a:p>
          <a:p>
            <a:pPr indent="0" marL="0">
              <a:buNone/>
            </a:pPr>
            <a:r>
              <a:rPr lang="en-US" sz="1500" dirty="0">
                <a:solidFill>
                  <a:schemeClr val="accent6"/>
                </a:solidFill>
              </a:rPr>
              <a:t>Grade 4  |  Term 1  |  Week 11 (9 Nov to 13 Nov)</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MATATALAB PRO CODING</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Why write the same steps again and again when you could give them one name?</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A long code</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Forward, turn, forward, turn, forward, turn, forward, turn.</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Spot the pattern</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The same two steps repeat four times.</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Give it a name</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 function holds the repeated steps in one block.</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Your mission</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Make your code shorter, cleaner and easier to fix.</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use a function block to make our code shorter and easier to read.</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find a pattern of steps that repeats in my code.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put the repeated steps into a function.</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call the function to run those steps.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explain why the shorter code is better.</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Clap the Pattern</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Teacher claps a rhythm: clap, clap, stomp. Clap, clap, stomp. Clap, clap, stomp.</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Ask: what part repeats? How could we say this in fewer words?</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Agree: 'Do clap, clap, stomp three times.' That short name is like a function.</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920240"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function</a:t>
            </a:r>
            <a:endParaRPr lang="en-US" sz="1700" dirty="0"/>
          </a:p>
        </p:txBody>
      </p:sp>
      <p:sp>
        <p:nvSpPr>
          <p:cNvPr id="5" name="word1"/>
          <p:cNvSpPr/>
          <p:nvPr/>
        </p:nvSpPr>
        <p:spPr>
          <a:xfrm>
            <a:off x="2560320" y="1280160"/>
            <a:ext cx="1920240"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65176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pattern</a:t>
            </a:r>
            <a:endParaRPr lang="en-US" sz="1700" dirty="0"/>
          </a:p>
        </p:txBody>
      </p:sp>
      <p:sp>
        <p:nvSpPr>
          <p:cNvPr id="7" name="word2"/>
          <p:cNvSpPr/>
          <p:nvPr/>
        </p:nvSpPr>
        <p:spPr>
          <a:xfrm>
            <a:off x="4663440" y="1280160"/>
            <a:ext cx="1920240"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475488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repeat</a:t>
            </a:r>
            <a:endParaRPr lang="en-US" sz="1700" dirty="0"/>
          </a:p>
        </p:txBody>
      </p:sp>
      <p:sp>
        <p:nvSpPr>
          <p:cNvPr id="9" name="word3"/>
          <p:cNvSpPr/>
          <p:nvPr/>
        </p:nvSpPr>
        <p:spPr>
          <a:xfrm>
            <a:off x="6766560" y="1280160"/>
            <a:ext cx="1920240"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685800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call</a:t>
            </a:r>
            <a:endParaRPr lang="en-US" sz="1700" dirty="0"/>
          </a:p>
        </p:txBody>
      </p:sp>
      <p:sp>
        <p:nvSpPr>
          <p:cNvPr id="11" name="word4"/>
          <p:cNvSpPr/>
          <p:nvPr/>
        </p:nvSpPr>
        <p:spPr>
          <a:xfrm>
            <a:off x="457200" y="2240280"/>
            <a:ext cx="1920240"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54864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sequence</a:t>
            </a:r>
            <a:endParaRPr lang="en-US" sz="1700" dirty="0"/>
          </a:p>
        </p:txBody>
      </p:sp>
      <p:sp>
        <p:nvSpPr>
          <p:cNvPr id="13" name="word5"/>
          <p:cNvSpPr/>
          <p:nvPr/>
        </p:nvSpPr>
        <p:spPr>
          <a:xfrm>
            <a:off x="2560320" y="2240280"/>
            <a:ext cx="1920240"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265176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efficient</a:t>
            </a:r>
            <a:endParaRPr lang="en-US" sz="1700" dirty="0"/>
          </a:p>
        </p:txBody>
      </p:sp>
      <p:sp>
        <p:nvSpPr>
          <p:cNvPr id="15" name="word6"/>
          <p:cNvSpPr/>
          <p:nvPr/>
        </p:nvSpPr>
        <p:spPr>
          <a:xfrm>
            <a:off x="4663440" y="2240280"/>
            <a:ext cx="1920240"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475488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debug</a:t>
            </a:r>
            <a:endParaRPr lang="en-US" sz="1700" dirty="0"/>
          </a:p>
        </p:txBody>
      </p:sp>
      <p:sp>
        <p:nvSpPr>
          <p:cNvPr id="17" name="Text 15"/>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What is a function?</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 function is a group of steps with one name.</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You build the steps once on the function line.</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Each time you place the function block, the robot runs all those steps.</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This is called calling the function.</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Finding the pattern</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Write out your long code first.</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Look for steps that come back again and again.</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Circle the repeating group with a colour.</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That group goes into the function.</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Long code or short code?</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Long code: 8 blocks to draw a square.</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With a function: 2 blocks in the function, called 4 times.</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Shorter code is easier to read and quicker to fix.</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If you change the function once, every call changes too.</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Building a function</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Write the long code</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Circle the pattern</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Build the pattern on the function line</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Place function blocks on the main line</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Run and test</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Compare long and short code</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Keep robots on the mat and away from table edges.</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Cap the pens after drawing.</a:t>
            </a:r>
            <a:endParaRPr lang="en-US" sz="1500" dirty="0"/>
          </a:p>
        </p:txBody>
      </p:sp>
      <p:sp>
        <p:nvSpPr>
          <p:cNvPr id="10" name="safe2"/>
          <p:cNvSpPr/>
          <p:nvPr/>
        </p:nvSpPr>
        <p:spPr>
          <a:xfrm>
            <a:off x="2194560" y="2505456"/>
            <a:ext cx="6492240" cy="566928"/>
          </a:xfrm>
          <a:prstGeom prst="roundRect">
            <a:avLst>
              <a:gd name="adj" fmla="val 19355"/>
            </a:avLst>
          </a:prstGeom>
          <a:solidFill>
            <a:srgbClr val="FCEFF3"/>
          </a:solidFill>
          <a:ln w="12700">
            <a:solidFill>
              <a:srgbClr val="FCEFF3"/>
            </a:solidFill>
            <a:prstDash val="solid"/>
          </a:ln>
        </p:spPr>
      </p:sp>
      <p:sp>
        <p:nvSpPr>
          <p:cNvPr id="11" name="Text 8"/>
          <p:cNvSpPr txBox="1"/>
          <p:nvPr/>
        </p:nvSpPr>
        <p:spPr>
          <a:xfrm>
            <a:off x="2377440" y="2505456"/>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Return all blocks to the correct tray.</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Draw a square using a function.</a:t>
            </a:r>
            <a:endParaRPr lang="en-US" sz="1600" dirty="0"/>
          </a:p>
        </p:txBody>
      </p:sp>
      <p:sp>
        <p:nvSpPr>
          <p:cNvPr id="5" name="Shape 3"/>
          <p:cNvSpPr/>
          <p:nvPr/>
        </p:nvSpPr>
        <p:spPr>
          <a:xfrm>
            <a:off x="457200" y="1947672"/>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745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Draw a zigzag or staircase using a function.</a:t>
            </a:r>
            <a:endParaRPr lang="en-US" sz="1600" dirty="0"/>
          </a:p>
        </p:txBody>
      </p:sp>
      <p:sp>
        <p:nvSpPr>
          <p:cNvPr id="7" name="Shape 5"/>
          <p:cNvSpPr/>
          <p:nvPr/>
        </p:nvSpPr>
        <p:spPr>
          <a:xfrm>
            <a:off x="457200" y="2633472"/>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603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Count your blocks before and after.</a:t>
            </a:r>
            <a:endParaRPr lang="en-US" sz="1600" dirty="0"/>
          </a:p>
        </p:txBody>
      </p:sp>
      <p:sp>
        <p:nvSpPr>
          <p:cNvPr id="9" name="Shape 7"/>
          <p:cNvSpPr/>
          <p:nvPr/>
        </p:nvSpPr>
        <p:spPr>
          <a:xfrm>
            <a:off x="457200" y="3319272"/>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2461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Record both versions on the worksheet.</a:t>
            </a:r>
            <a:endParaRPr lang="en-US" sz="1600" dirty="0"/>
          </a:p>
        </p:txBody>
      </p:sp>
      <p:sp>
        <p:nvSpPr>
          <p:cNvPr id="11"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2" name="Shape 10"/>
          <p:cNvSpPr/>
          <p:nvPr/>
        </p:nvSpPr>
        <p:spPr>
          <a:xfrm>
            <a:off x="6949440" y="1417320"/>
            <a:ext cx="1051560" cy="1051560"/>
          </a:xfrm>
          <a:prstGeom prst="ellipse">
            <a:avLst/>
          </a:prstGeom>
          <a:solidFill>
            <a:srgbClr val="0E7C80"/>
          </a:solidFill>
          <a:ln w="12700">
            <a:solidFill>
              <a:srgbClr val="0E7C80"/>
            </a:solidFill>
            <a:prstDash val="solid"/>
          </a:ln>
        </p:spPr>
      </p:sp>
      <p:pic>
        <p:nvPicPr>
          <p:cNvPr id="13"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4" name="Text 11"/>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5" name="Text 12"/>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Function Finder</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Use the function card to draw the square, copying the example.</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Create functions for the square and the staircase yourself.</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Use a function together with a loop and draw a pattern of two squares.</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8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steps did your function hold?</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How many blocks did you save?</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find a pattern of steps that repeats in my code.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put the repeated steps into a function.</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call the function to run those steps.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explain why the shorter code is better.</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Matatalab Pro Coding: Function Blocks</dc:title>
  <dc:subject>PptxGenJS Presentation</dc:subject>
  <dc:creator>Ms. Lubna Kakkengal and Mr. Dilan Devendra</dc:creator>
  <cp:lastModifiedBy>Ms. Lubna Kakkengal and Mr. Dilan Devendra</cp:lastModifiedBy>
  <cp:revision>1</cp:revision>
  <dcterms:created xsi:type="dcterms:W3CDTF">2026-10-24T13:20:57Z</dcterms:created>
  <dcterms:modified xsi:type="dcterms:W3CDTF">2026-10-24T13:20:57Z</dcterms:modified>
</cp:coreProperties>
</file>