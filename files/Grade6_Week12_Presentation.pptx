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ad28e26-6eee-06f0-41d4-a0b24695e271}">
          <p14:sldIdLst>
            <p14:sldId id="256"/>
            <p14:sldId id="257"/>
            <p14:sldId id="258"/>
            <p14:sldId id="259"/>
            <p14:sldId id="260"/>
          </p14:sldIdLst>
        </p14:section>
        <p14:section name="Learn" id="{0b03ea40-1f0c-70a4-5b19-e3e6954e31e7}">
          <p14:sldIdLst>
            <p14:sldId id="261"/>
            <p14:sldId id="262"/>
            <p14:sldId id="263"/>
            <p14:sldId id="264"/>
          </p14:sldIdLst>
        </p14:section>
        <p14:section name="Make" id="{f74816d1-ab42-8a75-6f29-a093423b1c79}">
          <p14:sldIdLst>
            <p14:sldId id="265"/>
            <p14:sldId id="266"/>
            <p14:sldId id="267"/>
            <p14:sldId id="268"/>
          </p14:sldIdLst>
        </p14:section>
        <p14:section name="Check" id="{b46264cb-f624-54c4-afde-5e373f9e7ec0}">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6 TCD class, Photon AI Mission Session 1 of 2 (2 hours). Students explain the Photon robot as a sense-think-act system, label a system diagram, and write and test multi-step algorithms with turns at specified angles, updating a flowchart as they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How does a robot know where it is and what to do next?
Video scenes: Robots all around us: Automatic doors, delivery robots and smart traffic lights. | Sense: Sensors collect information: light, touch, distance, sound. | Think: The program decides what to do. | Act: Motors, lights and sounds carry out the decision. | Today: Program Photon to move exactly where you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Show a situation card: a door opens when you walk up to it. Students act it out and name the sense part, the think part and the act part. Repeat with a street light that turns on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system, input, output, sensor, algorithm, flowchart, sequence, angle, distance encoder.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Robots as systems: Sense: sensors are the inputs. Think: the program processes the information. Act: motors, lights and speakers are the outputs. A change in input causes a change in output.
A robot is a system with three parts: sense (inputs from sensors), think (the program decides) and act (outputs such as motors, lights and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Photon's sensors and outputs: Inputs: touch, sound, light, proximity, ground contrast and obstruction sensors. It also measures how far it travels (distance encoder) and how far it turns (angle encoder). Outputs: wheel motors, coloured lights and sounds. Label them on the system diagram.
Photon has touch, sound, light, proximity, ground contrast and obstruction sensors. It also measures distance and angle with encoders.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 movements: Set the distance for each forward move. Set the exact angle for each turn, for example 90 or 45 degrees. Measure the route on the mat before coding. Test, measure the result and adjust.
A flowchart shows an algorithm as shapes and arrows: ovals for start and end, rectangles for actions and diamonds for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Flowcharts: Oval: start and end. Rectangle: an action, like move forward 30 cm. Diamond: a decision (we will use it next week). Arrows show the order. Update the flowchart whenever the code changes.
A flowchart shows an algorithm as shapes and arrows: ovals for start and end, rectangles for actions and diamonds for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Label the system diagram 2. Measure the route 3. Draw the flowchart 4. Code the moves and turns 5. Test and measure 6. Adjust and update the flowchart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Keep Photon on the mat or the floor, never at the table edge. Carry robots with two hands. Return tablets and robots to the charging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Label Photon's inputs and outputs on the system diagram. Plan a route with at least four moves and three turns at set angles. Draw the flowchart. Code, test, measure and adjust until Photon finishes within 5 cm of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are the three parts of a robot system? 2. A sensor is an ... 3. Which is an output on Photon? 4. In a flowchart, which shape shows an action? 5. In a flowchart, which shape shows start and end? 6. To draw a regular hexagon, each turn should be ... 7. Photon ended 8 cm short of the target. What should you do? 8. What measures how far Photon has 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Pairs share how far off the target they were and what they adjusted. Exit ticket (slide 15). Robots back to charging.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6  |  Term 1, Week 12  |  Photon AI Mission</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Photon AI: Sense, Think, Act</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Photon AI Mission</a:t>
            </a:r>
            <a:endParaRPr lang="en-US" sz="1500" dirty="0"/>
          </a:p>
          <a:p>
            <a:pPr indent="0" marL="0">
              <a:buNone/>
            </a:pPr>
            <a:r>
              <a:rPr lang="en-US" sz="1500" dirty="0">
                <a:solidFill>
                  <a:schemeClr val="accent6"/>
                </a:solidFill>
              </a:rPr>
              <a:t>Grade 6  |  Term 1  |  Week 12 (16 Nov to 20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PHOTON AI MISSION</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How does a robot know where it is and what to do next?</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Robots all around us</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Automatic doors, delivery robots and smart traffic lights.</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Sense</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Sensors collect information: light, touch, distance, sound.</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The program decides what to do.</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Act</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Motors, lights and sounds carry out the decision.</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describe a robot as a system and to program precise multi-step movements.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sense, think and act using Photon as an example.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label Photon's sensors (inputs) and outputs on a system diagram.</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program a route with distances and turns at set angles.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draw a flowchart for my algorithm and update it when I change the code.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Sense, Think, Act Charades</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Show a situation card: a door opens when you walk up to it.</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act it out and name the sense part, the think part and the act part.</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Repeat with a street light that turns on at night.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499616"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system</a:t>
            </a:r>
            <a:endParaRPr lang="en-US" sz="1700" dirty="0"/>
          </a:p>
        </p:txBody>
      </p:sp>
      <p:sp>
        <p:nvSpPr>
          <p:cNvPr id="5" name="word1"/>
          <p:cNvSpPr/>
          <p:nvPr/>
        </p:nvSpPr>
        <p:spPr>
          <a:xfrm>
            <a:off x="2139696" y="1280160"/>
            <a:ext cx="1499616"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231136"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input</a:t>
            </a:r>
            <a:endParaRPr lang="en-US" sz="1700" dirty="0"/>
          </a:p>
        </p:txBody>
      </p:sp>
      <p:sp>
        <p:nvSpPr>
          <p:cNvPr id="7" name="word2"/>
          <p:cNvSpPr/>
          <p:nvPr/>
        </p:nvSpPr>
        <p:spPr>
          <a:xfrm>
            <a:off x="3822192" y="1280160"/>
            <a:ext cx="1499616"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3913632"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output</a:t>
            </a:r>
            <a:endParaRPr lang="en-US" sz="1700" dirty="0"/>
          </a:p>
        </p:txBody>
      </p:sp>
      <p:sp>
        <p:nvSpPr>
          <p:cNvPr id="9" name="word3"/>
          <p:cNvSpPr/>
          <p:nvPr/>
        </p:nvSpPr>
        <p:spPr>
          <a:xfrm>
            <a:off x="5504688" y="1280160"/>
            <a:ext cx="1499616"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5596128"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sensor</a:t>
            </a:r>
            <a:endParaRPr lang="en-US" sz="1700" dirty="0"/>
          </a:p>
        </p:txBody>
      </p:sp>
      <p:sp>
        <p:nvSpPr>
          <p:cNvPr id="11" name="word4"/>
          <p:cNvSpPr/>
          <p:nvPr/>
        </p:nvSpPr>
        <p:spPr>
          <a:xfrm>
            <a:off x="7187184" y="1280160"/>
            <a:ext cx="1499616"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7278624"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algorithm</a:t>
            </a:r>
            <a:endParaRPr lang="en-US" sz="1700" dirty="0"/>
          </a:p>
        </p:txBody>
      </p:sp>
      <p:sp>
        <p:nvSpPr>
          <p:cNvPr id="13" name="word5"/>
          <p:cNvSpPr/>
          <p:nvPr/>
        </p:nvSpPr>
        <p:spPr>
          <a:xfrm>
            <a:off x="457200" y="2240280"/>
            <a:ext cx="1499616"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548640"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flowchart</a:t>
            </a:r>
            <a:endParaRPr lang="en-US" sz="1700" dirty="0"/>
          </a:p>
        </p:txBody>
      </p:sp>
      <p:sp>
        <p:nvSpPr>
          <p:cNvPr id="15" name="word6"/>
          <p:cNvSpPr/>
          <p:nvPr/>
        </p:nvSpPr>
        <p:spPr>
          <a:xfrm>
            <a:off x="2139696" y="2240280"/>
            <a:ext cx="1499616"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2231136"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sequence</a:t>
            </a:r>
            <a:endParaRPr lang="en-US" sz="1700" dirty="0"/>
          </a:p>
        </p:txBody>
      </p:sp>
      <p:sp>
        <p:nvSpPr>
          <p:cNvPr id="17" name="word7"/>
          <p:cNvSpPr/>
          <p:nvPr/>
        </p:nvSpPr>
        <p:spPr>
          <a:xfrm>
            <a:off x="3822192" y="2240280"/>
            <a:ext cx="1499616"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3913632"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angle</a:t>
            </a:r>
            <a:endParaRPr lang="en-US" sz="1700" dirty="0"/>
          </a:p>
        </p:txBody>
      </p:sp>
      <p:sp>
        <p:nvSpPr>
          <p:cNvPr id="19" name="word8"/>
          <p:cNvSpPr/>
          <p:nvPr/>
        </p:nvSpPr>
        <p:spPr>
          <a:xfrm>
            <a:off x="5504688" y="2240280"/>
            <a:ext cx="1499616" cy="731520"/>
          </a:xfrm>
          <a:prstGeom prst="roundRect">
            <a:avLst>
              <a:gd name="adj" fmla="val 15000"/>
            </a:avLst>
          </a:prstGeom>
          <a:solidFill>
            <a:srgbClr val="FCEFF3"/>
          </a:solidFill>
          <a:ln w="12700">
            <a:solidFill>
              <a:srgbClr val="FCEFF3"/>
            </a:solidFill>
            <a:prstDash val="solid"/>
          </a:ln>
        </p:spPr>
      </p:sp>
      <p:sp>
        <p:nvSpPr>
          <p:cNvPr id="20" name="Text 18"/>
          <p:cNvSpPr txBox="1"/>
          <p:nvPr/>
        </p:nvSpPr>
        <p:spPr>
          <a:xfrm>
            <a:off x="5596128"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distance encoder</a:t>
            </a:r>
            <a:endParaRPr lang="en-US" sz="1700" dirty="0"/>
          </a:p>
        </p:txBody>
      </p:sp>
      <p:sp>
        <p:nvSpPr>
          <p:cNvPr id="21" name="Text 19"/>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Robots as systems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Sense: sensors are the inputs.</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Think: the program processes the information.</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Act: motors, lights and speakers are the outputs.</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 change in input causes a change in output.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Photon's sensors and outputs</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Inputs: touch, sound, light, proximity, ground contrast and obstruction sensors.</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It also measures how far it travels (distance encoder) and how far it turns (angle encoder).</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Outputs: wheel motors, coloured lights and sounds.</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Label them on the system diagram.</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Precise movements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Set the distance for each forward move.</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Set the exact angle for each turn, for example 90 or 45 degrees.</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Measure the route on the mat before coding.</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Test, measure the result and adjust.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Flowcharts</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Oval: start and end.</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Rectangle: an action, like move forward 30 cm.</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Diamond: a decision (we will use it next week).</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Arrows show the order. Update the flowchart whenever the code changes.</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Mission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Label the system diagram</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Measure the route</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Draw the flowchart</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Code the moves and turns</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Test and measure</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Adjust and update the flowchart</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Photon on the mat or the floor, never at the table edge.</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Carry robots with two hands.</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Return tablets and robots to the charging station.</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Label Photon's inputs and outputs on the system diagram.</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Plan a route with at least four moves and three turns at set angles.</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Draw the flowchart.</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Code, test, measure and adjust until Photon finishes within 5 cm of the target.</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Photon System and Route</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Code a square route with 90 degree turns using the flowchart template.</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Code a route with at least three different turn angles.</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Code a route that draws a regular hexagon and explain the angle calculation (360 divided by 6).</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Name one input and one output on Photon.</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Why do engineers update the flowchart when the code changes?</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sense, think and act using Photon as an example.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label Photon's sensors (inputs) and outputs on a system diagram.</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program a route with distances and turns at set angles.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draw a flowchart for my algorithm and update it when I change the code.</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Photon AI Mission: Photon AI: Sense, Think, Act</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