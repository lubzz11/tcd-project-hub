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58f656f-e8f8-99c7-2c1a-8d73c793b97f}">
          <p14:sldIdLst>
            <p14:sldId id="256"/>
            <p14:sldId id="257"/>
            <p14:sldId id="258"/>
            <p14:sldId id="259"/>
            <p14:sldId id="260"/>
          </p14:sldIdLst>
        </p14:section>
        <p14:section name="Learn" id="{3635399d-7fbb-567e-6abd-a34b1824dde7}">
          <p14:sldIdLst>
            <p14:sldId id="261"/>
            <p14:sldId id="262"/>
            <p14:sldId id="263"/>
            <p14:sldId id="264"/>
          </p14:sldIdLst>
        </p14:section>
        <p14:section name="Make" id="{7c2f7be8-fe7e-ce35-0182-6e768940b5fe}">
          <p14:sldIdLst>
            <p14:sldId id="265"/>
            <p14:sldId id="266"/>
            <p14:sldId id="267"/>
            <p14:sldId id="268"/>
          </p14:sldIdLst>
        </p14:section>
        <p14:section name="Check" id="{8343efe8-5c4a-0185-5a79-01227af29009}">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5 TCD class, Junior Designer Challenge Session 3 of 5 (1 hour 30 minutes). Using what they learned from car logos, students design an original logo for their own imaginary car company in Canva, applying simple design rules for shape, colour and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If you started your own car company, what would its logo look like?
Video scenes: You studied real logos: Rings, stars, shields and letters. | The secret: Great logos are simple, memorable and mean something. | Your turn: Invent a car company and give it a logo. | Next week: Your logo becomes a real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Students have one minute to draw a logo for a juice shop using only one shape and one letter. Hold up drawings. Which ones are easiest to understand from far away? Agree: simple logos work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logo, brand, icon, wordmark, colour scheme, font, simple, memorable.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of a good logo: Simple: you can draw it from memory. Memorable: people recognise it quickly. Fits the brand: it shows what the company is about. Works in black and white and at small sizes.
A logo is a symbol that helps people recognise a brand. The best logos are simple, memorable, fit the brand and still work in black and white.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of logos: Icon: a picture or symbol, like a star or a falcon. Wordmark: the name in a special font. Combination: an icon and a name together. Emblem: the name inside a shape, like a badge.
There are different types of logos: icons, wordmarks, combinations of icon and name, and emblems where the name sits inside a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and meaning: Red can show speed and energy. Blue can show trust and calm. Green can show nature and electric power. Use two or three colours at most.
Colours carry meaning. Red often shows speed and energy, blue shows trust and green shows nature. Most strong logos use only two or three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it in Canva: Start a new square design (1000 x 1000 px). Use Elements for shapes and lines. Add your company name with a clear font. Download as PNG for the badge next week.
Colours carry meaning. Red often shows speed and energy, blue shows trust and green shows nature. Most strong logos use only two or three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Name your car company 2. Sketch three ideas 3. Choose the best using the rules 4. Build it in Canva 5. Test it small and in black and white 6. Download as 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Use only school Canva accounts. Use only Canva elements or your own drawings. Do not copy other logos. Keep drinks away from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Name your imaginary car company. Sketch three logo ideas. Choose one and build it in Canva. Test it at small size and in black and white. Download it as a PNG and save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Which is a rule of a good logo? 2. A logo that is only the company name in a special font is called a ... 3. Why should a logo work in black and white? 4. Red in a car logo can show ... 5. How many logo ideas should you sketch first? 6. In which format do we download the logo for the badge? 7. Is it OK to copy another company's logo for your own brand? 8. An icon plus the company name is called 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Quick gallery on screens. Partners say which rule each logo follows best. Exit ticket (slide 15). Check PNG files are downloaded.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5  |  Term 1, Week 11  |  Junior Designer Challenge</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Logo Design in Canva</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Junior Designer Challenge</a:t>
            </a:r>
            <a:endParaRPr lang="en-US" sz="1500" dirty="0"/>
          </a:p>
          <a:p>
            <a:pPr indent="0" marL="0">
              <a:buNone/>
            </a:pPr>
            <a:r>
              <a:rPr lang="en-US" sz="1500" dirty="0">
                <a:solidFill>
                  <a:schemeClr val="accent6"/>
                </a:solidFill>
              </a:rPr>
              <a:t>Grade 5  |  Term 1  |  Week 11 (9 Nov to 13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JUNIOR DESIGNER CHALLENGE</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If you started your own car company, what would its logo look like?</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You studied real logos</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Rings, stars, shields and letters.</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secret</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Great logos are simple, memorable and mean something.</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Your turn</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Invent a car company and give it a logo.</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Next week</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Your logo becomes a real badge.</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design an original logo that is simple, memorable and suits its brand.</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three rules of a good logo.</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sketch three logo ideas before choosing one.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build my logo in Canva using shapes, colour and text.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why my colours and shapes suit my brand.</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Logo in One Minute</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have one minute to draw a logo for a juice shop using only one shape and one letter.</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Hold up drawings. Which ones are easiest to understand from far away?</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Agree: simple logos work best.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logo</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brand</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icon</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wordmark</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colour scheme</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font</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simple</a:t>
            </a:r>
            <a:endParaRPr lang="en-US" sz="1700" dirty="0"/>
          </a:p>
        </p:txBody>
      </p:sp>
      <p:sp>
        <p:nvSpPr>
          <p:cNvPr id="17" name="word7"/>
          <p:cNvSpPr/>
          <p:nvPr/>
        </p:nvSpPr>
        <p:spPr>
          <a:xfrm>
            <a:off x="6766560" y="2240280"/>
            <a:ext cx="1920240"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685800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memorable</a:t>
            </a:r>
            <a:endParaRPr lang="en-US" sz="1700" dirty="0"/>
          </a:p>
        </p:txBody>
      </p:sp>
      <p:sp>
        <p:nvSpPr>
          <p:cNvPr id="19" name="Text 1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Rules of a good logo</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Simple: you can draw it from memory.</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Memorable: people recognise it quickly.</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Fits the brand: it shows what the company is about.</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Works in black and white and at small sizes.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Types of logos</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Icon: a picture or symbol, like a star or a falcon.</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Wordmark: the name in a special font.</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Combination: an icon and a name together.</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Emblem: the name inside a shape, like a badge.</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Colour and meaning</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Red can show speed and energy.</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Blue can show trust and calm.</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Green can show nature and electric power.</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Use two or three colours at most.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Building it in Canva</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Start a new square design (1000 x 1000 px).</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Use Elements for shapes and lines.</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Add your company name with a clear font.</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Download as PNG for the badge next week.</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Logo design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Name your car company</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Sketch three ideas</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Choose the best using the rules</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Build it in Canva</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Test it small and in black and white</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Download as PNG</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Use only school Canva accounts.</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Use only Canva elements or your own drawings. Do not copy other logos.</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drinks away from devices.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Name your imaginary car company.</a:t>
            </a:r>
            <a:endParaRPr lang="en-US" sz="1600" dirty="0"/>
          </a:p>
        </p:txBody>
      </p:sp>
      <p:sp>
        <p:nvSpPr>
          <p:cNvPr id="5" name="Shape 3"/>
          <p:cNvSpPr/>
          <p:nvPr/>
        </p:nvSpPr>
        <p:spPr>
          <a:xfrm>
            <a:off x="457200" y="1920240"/>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47088"/>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Sketch three logo ideas.</a:t>
            </a:r>
            <a:endParaRPr lang="en-US" sz="1600" dirty="0"/>
          </a:p>
        </p:txBody>
      </p:sp>
      <p:sp>
        <p:nvSpPr>
          <p:cNvPr id="7" name="Shape 5"/>
          <p:cNvSpPr/>
          <p:nvPr/>
        </p:nvSpPr>
        <p:spPr>
          <a:xfrm>
            <a:off x="457200" y="2578608"/>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05456"/>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Choose one and build it in Canva.</a:t>
            </a:r>
            <a:endParaRPr lang="en-US" sz="1600" dirty="0"/>
          </a:p>
        </p:txBody>
      </p:sp>
      <p:sp>
        <p:nvSpPr>
          <p:cNvPr id="9" name="Shape 7"/>
          <p:cNvSpPr/>
          <p:nvPr/>
        </p:nvSpPr>
        <p:spPr>
          <a:xfrm>
            <a:off x="457200" y="3236976"/>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163824"/>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Test it at small size and in black and white.</a:t>
            </a:r>
            <a:endParaRPr lang="en-US" sz="1600" dirty="0"/>
          </a:p>
        </p:txBody>
      </p:sp>
      <p:sp>
        <p:nvSpPr>
          <p:cNvPr id="11" name="Shape 9"/>
          <p:cNvSpPr/>
          <p:nvPr/>
        </p:nvSpPr>
        <p:spPr>
          <a:xfrm>
            <a:off x="457200" y="3895344"/>
            <a:ext cx="411480" cy="411480"/>
          </a:xfrm>
          <a:prstGeom prst="roundRect">
            <a:avLst>
              <a:gd name="adj" fmla="val 13333"/>
            </a:avLst>
          </a:prstGeom>
          <a:solidFill>
            <a:srgbClr val="FFFFFF"/>
          </a:solidFill>
          <a:ln w="25400">
            <a:solidFill>
              <a:srgbClr val="0E7C80"/>
            </a:solidFill>
            <a:prstDash val="solid"/>
          </a:ln>
        </p:spPr>
      </p:sp>
      <p:sp>
        <p:nvSpPr>
          <p:cNvPr id="12" name="Text 10"/>
          <p:cNvSpPr txBox="1"/>
          <p:nvPr/>
        </p:nvSpPr>
        <p:spPr>
          <a:xfrm>
            <a:off x="1051560" y="3822192"/>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Download it as a PNG and save it.</a:t>
            </a:r>
            <a:endParaRPr lang="en-US" sz="1600" dirty="0"/>
          </a:p>
        </p:txBody>
      </p:sp>
      <p:sp>
        <p:nvSpPr>
          <p:cNvPr id="13"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4" name="Shape 12"/>
          <p:cNvSpPr/>
          <p:nvPr/>
        </p:nvSpPr>
        <p:spPr>
          <a:xfrm>
            <a:off x="6949440" y="1417320"/>
            <a:ext cx="1051560" cy="1051560"/>
          </a:xfrm>
          <a:prstGeom prst="ellipse">
            <a:avLst/>
          </a:prstGeom>
          <a:solidFill>
            <a:srgbClr val="0E7C80"/>
          </a:solidFill>
          <a:ln w="12700">
            <a:solidFill>
              <a:srgbClr val="0E7C80"/>
            </a:solidFill>
            <a:prstDash val="solid"/>
          </a:ln>
        </p:spPr>
      </p:sp>
      <p:pic>
        <p:nvPicPr>
          <p:cNvPr id="15"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6" name="Text 13"/>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7" name="Text 14"/>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My Car Company Logo</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the logo template card: one shape, one icon and your company name.</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Design an original combination logo with two or three colours.</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Design a logo and a black-and-white version, and explain the meaning of each part.</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Which logo rule was hardest to follow?</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does your logo say about your brand?</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three rules of a good logo.</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sketch three logo ideas before choosing one.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build my logo in Canva using shapes, colour and text.</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why my colours and shapes suit my brand.</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Junior Designer Challenge: Logo Design in Canva</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