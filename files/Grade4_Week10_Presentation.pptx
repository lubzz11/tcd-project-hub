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6ac449-a311-bb00-6e07-f105b93bd940}">
          <p14:sldIdLst>
            <p14:sldId id="256"/>
            <p14:sldId id="257"/>
            <p14:sldId id="258"/>
            <p14:sldId id="259"/>
            <p14:sldId id="260"/>
          </p14:sldIdLst>
        </p14:section>
        <p14:section name="Learn" id="{b9152bde-44b7-b03c-27a4-9d4e637a7a0f}">
          <p14:sldIdLst>
            <p14:sldId id="261"/>
            <p14:sldId id="262"/>
            <p14:sldId id="263"/>
          </p14:sldIdLst>
        </p14:section>
        <p14:section name="Make" id="{80387164-8391-a7cd-c7de-6ba5507b43b1}">
          <p14:sldIdLst>
            <p14:sldId id="264"/>
            <p14:sldId id="265"/>
            <p14:sldId id="266"/>
            <p14:sldId id="267"/>
          </p14:sldIdLst>
        </p14:section>
        <p14:section name="Check" id="{8b510c70-d18e-162c-0622-8b867f1ce4cc}">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TCD class, Matatalab Pro Session 1 of 4 (1 hour 30 minutes). Students refresh screen-free coding with the Command Tower and coding blocks, then use the Pro Set angle blocks to program precise turns and draw simple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can a little robot draw a perfect square or a perfect triangle?
Video scenes: Meet the MatataBot again: It follows the blocks you place on the Command Tower. | Turning: A quarter turn is 90 degrees. A full turn is 360 degrees. | The Pro Set: Angle blocks let the robot turn exactly the amount you choose. | Your challenge: Make the robot draw a square, then a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One student is the robot and stands up. The class gives commands: forward 1, turn right, forward 2. Now add angles: turn a quarter turn (90 degrees), turn a half turn (180 degrees). Ask: what would happen if I said turn 45 degrees?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algorithm, sequence, angle, degree, quarter turn, half turn, command tower, debug.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refresh: coding blocks: Movement blocks: forward, backward, turn left, turn right. Place blocks on the Command Tower from left to right. Press play to run your algorithm. If it goes wrong, find the block that caused it and fix it. That is debugging.
An algorithm is a list of steps in the right order. When you place coding blocks on the Command Tower, you are writing an algorithm for the MatataBot.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Turns are measured in degrees: A full turn is 360 degrees. A half turn is 180 degrees. A quarter turn is 90 degrees. Smaller turns like 45 degrees are half of a quarter turn.
Turns are measured in degrees. A full turn is 360 degrees, a half turn is 180 degrees and a quarter turn is 90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angle blocks: Place the angle block next to a turn block. The robot turns by that number of degrees instead of the usual 90. To draw a square: forward, turn 90, four times. To draw a triangle: forward, turn 120, three times.
To draw a square, the robot moves forward and turns 90 degrees, four times. To draw a triangle with equal sides, it turns 120 degrees,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Attach the Artist add-on and pen 2. Plan your shape on paper first 3. Build the code on the Command Tower 4. Run it on A3 paper 5. Check the shape: did it close? 6. Debug one block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robots on the table or floor mat, never at the edge. Put pen lids back on after drawing. Handle the Command Tower gently and keep blocks in their trays.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Run a refresh route on the map mat using 5 to 6 blocks. Draw a square with the Artist add-on using 90 degree turns. Draw a triangle using angle blocks. Record your code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an algorithm? 2. How many degrees is a full turn? 3. How many degrees is a quarter turn? 4. What does an angle block do? 5. To draw a square, how many 90 degree turns does the robot make? 6. Which turn makes an equal-sided triangle? 7. What is debugging? 8. Which way do we read blocks on the Command Tower?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Two pairs show their drawings and explain their turn angles. Exit ticket: one thing an angle block does (slide 14). Pack away sets and check pens are capped.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4  |  Term 1, Week 10  |  Matatalab Pro Coding</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Matatalab Pro Refresh and Angle Blocks</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Matatalab Pro Coding</a:t>
            </a:r>
            <a:endParaRPr lang="en-US" sz="1500" dirty="0"/>
          </a:p>
          <a:p>
            <a:pPr indent="0" marL="0">
              <a:buNone/>
            </a:pPr>
            <a:r>
              <a:rPr lang="en-US" sz="1500" dirty="0">
                <a:solidFill>
                  <a:schemeClr val="accent6"/>
                </a:solidFill>
              </a:rPr>
              <a:t>Grade 4  |  Term 1  |  Week 10 (2 Nov to 6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MATATALAB PRO CODING</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can a little robot draw a perfect square or a perfect triangle?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Meet the MatataBot again</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It follows the blocks you place on the Command Tower.</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Turning</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quarter turn is 90 degrees. A full turn is 360 degrees.</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Pro Set</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Angle blocks let the robot turn exactly the amount you choose.</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challenge</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Make the robot draw a square, then a triangle.</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program precise turns using angle blocks.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build a sequence of movement blocks and run it.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that a full turn is 360 degrees and a quarter turn is 90 degrees.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use an angle block to make the robot turn exactly the amount I need.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fix my code when the robot does not do what I planned.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Human Robot</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One student is the robot and stands up. The class gives commands: forward 1, turn right, forward 2.</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Now add angles: turn a quarter turn (90 degrees), turn a half turn (180 degrees).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what would happen if I said turn 45 degrees? Show it.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algorithm</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sequence</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angle</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degree</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quarter turn</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half turn</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command tower</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debug</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Quick refresh: coding blocks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Movement blocks: forward, backward, turn left, turn right.</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Place blocks on the Command Tower from left to right.</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Press play to run your algorithm.</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If it goes wrong, find the block that caused it and fix it. That is debugging.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Turns are measured in degrees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full turn is 360 degrees.</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half turn is 180 degrees.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quarter turn is 90 degrees.</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Smaller turns like 45 degrees are half of a quarter turn.</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Using angle blocks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Place the angle block next to a turn block.</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robot turns by that number of degrees instead of the usual 90.</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To draw a square: forward, turn 90, four times.</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To draw a triangle: forward, turn 120, three times.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Shape challenge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Attach the Artist add-on and pen</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Plan your shape on paper first</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the code on the Command Tower</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Run it on A3 paper</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Check the shape: did it close?</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Debug one block at a time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robots on the table or floor mat, never at the edge.</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Put pen lids back on after drawing.</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Handle the Command Tower gently and keep blocks in their trays.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Run a refresh route on the map mat using 5 to 6 blocks.</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a square with the Artist add-on using 90 degree turns.</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a triangle using angle blocks.</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Record your code on the worksheet.</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Angle Shape Challenge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Draw the square only, using a ready-made code card to copy from.</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Draw the square and the triangle, planning the code yourself.</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Draw a hexagon (60 degree turns) or a star and explain the turn you used.</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does an angle block do?</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turn did you use for your triangle, and why?</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build a sequence of movement blocks and run it.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that a full turn is 360 degrees and a quarter turn is 90 degrees.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use an angle block to make the robot turn exactly the amount I need.</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fix my code when the robot does not do what I planned.</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Matatalab Pro Coding: Matatalab Pro Refresh and Angle Blocks</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