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f0794fa-96d6-5f96-c304-5122354daf4e}">
          <p14:sldIdLst>
            <p14:sldId id="256"/>
            <p14:sldId id="257"/>
            <p14:sldId id="258"/>
            <p14:sldId id="259"/>
            <p14:sldId id="260"/>
          </p14:sldIdLst>
        </p14:section>
        <p14:section name="Learn" id="{4cb7d605-cfcb-da8f-0282-f2a9f476ec2b}">
          <p14:sldIdLst>
            <p14:sldId id="261"/>
            <p14:sldId id="262"/>
            <p14:sldId id="263"/>
          </p14:sldIdLst>
        </p14:section>
        <p14:section name="Make" id="{09e457a7-20b0-4de8-9be2-dfaac3d24cb2}">
          <p14:sldIdLst>
            <p14:sldId id="264"/>
            <p14:sldId id="265"/>
            <p14:sldId id="266"/>
            <p14:sldId id="267"/>
          </p14:sldIdLst>
        </p14:section>
        <p14:section name="Check" id="{a13e1085-203f-8aba-ff0e-63eeca83382e}">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4 TCD class, Matatalab Pro Session 3 of 4 (1 hour 30 minutes). Using the map mat and obstacles, students plan and code a multi-step mission route, test it and troubleshoot any mismatch between their code and the robot's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Can you guide the robot across the city without hitting a single obstacle?
Video scenes: The city map: Start at the Dubai Frame. Finish at the Museum of the Future. | Obstacles: Roadworks block the way. You need a smart route. | Your tools: Angle blocks, loops and functions. | The engineer's secret: Plan first. Test. Fix. Test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Draw a 4 by 4 grid on the board with a star in one square. Students give directions from the start square to the star: forward 2, turn right, forward 1. Add a block in the way and ask for a new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route, grid, obstacle, loop, function, test, bug, debug log.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before you code: Mark the start, the finish and every obstacle on the grid sheet. Draw your route with arrows. Count the squares for each straight part. Mark each turn and its angle.
Good coders plan before they code. Draw the route on a grid first, count the squares and mark every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Loops and functions together: A loop repeats blocks a set number of times. A function holds a group of steps with one name. Use a loop for a long straight line. Use a function for a turn pattern you use more than once.
A loop repeats blocks a set number of times. A function groups steps under one name. You can use both in the same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Debugging like an engineer: Run the code and watch closely. Stop at the first place the robot goes wrong. Find the block that matches that moment. Change one thing, then test again. Write it in the log.
When code does not work, do not start again. Watch where the robot first goes wrong, find that block, change one thing and test again. Write each fix in your debug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Place the landmarks and obstacles 2. Plan the route on the grid sheet 3. Build the code 4. Test run 5. Log what went wrong 6. Fix one block and test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Keep the map mat flat on the floor so nobody trips. Walk around the mat, never across it. Keep blocks in trays when not in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Plan your route on the grid sheet. Code it using at least one loop or function and one angle block. Test and debug until the robot reaches the finish. Complete your debug log with at least two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should you do before you build your code? 2. What does a loop do? 3. Which block sets exactly how much the robot turns? 4. The robot hits an obstacle on step 4. Where do you look first? 5. When debugging, how many things should you change at a time? 6. What is a debug log? 7. Which helps when the same turn pattern is used many times? 8. Moving 4 squares forward could be written 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Pairs share one bug they found and how they fixed it. Exit ticket (slide 14). Pack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4  |  Term 1, Week 12  |  Matatalab Pro Coding</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Mission Route Challenge</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Matatalab Pro Coding</a:t>
            </a:r>
            <a:endParaRPr lang="en-US" sz="1500" dirty="0"/>
          </a:p>
          <a:p>
            <a:pPr indent="0" marL="0">
              <a:buNone/>
            </a:pPr>
            <a:r>
              <a:rPr lang="en-US" sz="1500" dirty="0">
                <a:solidFill>
                  <a:schemeClr val="accent6"/>
                </a:solidFill>
              </a:rPr>
              <a:t>Grade 4  |  Term 1  |  Week 12 (16 Nov to 20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MATATALAB PRO CODING</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Can you guide the robot across the city without hitting a single obstacle?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city map</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Start at the Dubai Frame. Finish at the Museum of the Future.</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Obstacles</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Roadworks block the way. You need a smart route.</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Your tools</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Angle blocks, loops and functions.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The engineer's secret</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Plan first. Test. Fix. Test again.</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plan, code and debug a multi-step route around obstacles.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plan a route on a grid before I code it.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use loops, functions and angle blocks in one program.</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find the exact block where my code went wrong.</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record my test and my fix in a log.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Grid Treasure</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Draw a 4 by 4 grid on the board with a star in one square.</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give directions from the start square to the star: forward 2, turn right, forward 1.</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Add a block in the way and ask for a new route.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route</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grid</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obstacle</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loop</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function</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test</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bug</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debug log</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Plan before you code</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Mark the start, the finish and every obstacle on the grid sheet.</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Draw your route with arrows.</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Count the squares for each straight part.</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Mark each turn and its angle.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Loops and functions together</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loop repeats blocks a set number of times.</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function holds a group of steps with one name.</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Use a loop for a long straight line.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Use a function for a turn pattern you use more than once.</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Debugging like an engineer</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Run the code and watch closely.</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Stop at the first place the robot goes wrong.</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Find the block that matches that moment.</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Change one thing, then test again. Write it in the log.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Mission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Place the landmarks and obstacles</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Plan the route on the grid sheet</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Build the code</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Test run</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Log what went wrong</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Fix one block and test again</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the map mat flat on the floor so nobody trips.</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Walk around the mat, never across it.</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blocks in trays when not in use.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Plan your route on the grid sheet.</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Code it using at least one loop or function and one angle block.</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Test and debug until the robot reaches the finish.</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your debug log with at least two fixes.</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Mission Route Planner</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Route with two obstacles and a planning sheet with the turns already marked.</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Route with four obstacles, using a loop or a function.</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Route that visits two landmarks before the finish, using a loop and a function, in the fewest blocks.</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bug did you find today?</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Did a loop or a function help you more? Why?</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plan a route on a grid before I code it.</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use loops, functions and angle blocks in one program.</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find the exact block where my code went wrong.</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record my test and my fix in a log.</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Matatalab Pro Coding: Mission Route Challenge</dc:title>
  <dc:subject>PptxGenJS Presentation</dc:subject>
  <dc:creator>Ms. Lubna Kakkengal and Mr. Dilan Devendra</dc:creator>
  <cp:lastModifiedBy>Ms. Lubna Kakkengal and Mr. Dilan Devendra</cp:lastModifiedBy>
  <cp:revision>1</cp:revision>
  <dcterms:created xsi:type="dcterms:W3CDTF">2026-10-24T13:20:57Z</dcterms:created>
  <dcterms:modified xsi:type="dcterms:W3CDTF">2026-10-24T13:20:57Z</dcterms:modified>
</cp:coreProperties>
</file>