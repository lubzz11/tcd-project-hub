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dc6504-a187-0495-3f91-a26ca9f05fa5}">
          <p14:sldIdLst>
            <p14:sldId id="256"/>
            <p14:sldId id="257"/>
            <p14:sldId id="258"/>
            <p14:sldId id="259"/>
            <p14:sldId id="260"/>
          </p14:sldIdLst>
        </p14:section>
        <p14:section name="Learn" id="{5c9cbd9a-1501-568f-5cd8-57905372b62e}">
          <p14:sldIdLst>
            <p14:sldId id="261"/>
            <p14:sldId id="262"/>
            <p14:sldId id="263"/>
          </p14:sldIdLst>
        </p14:section>
        <p14:section name="Make" id="{9a252280-104d-b4db-084b-efa2fa69387a}">
          <p14:sldIdLst>
            <p14:sldId id="264"/>
            <p14:sldId id="265"/>
            <p14:sldId id="266"/>
            <p14:sldId id="267"/>
          </p14:sldIdLst>
        </p14:section>
        <p14:section name="Check" id="{faeca776-c6e4-2524-8e6a-5d566663401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4 TCD class, Term 1 Showcase (1 hour 30 minutes). In this short week, students prepare and present the best of their Term 1 work (Junior Innovator prototypes and name tags, candles, and Matatalab code), reflect on their learning and take the Term 1 final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What are you most proud of making this term?
Video scenes: Week 1: We learned to work safely in the TCD workshop. | Junior Innovator: Ideas, sketches, cardboard prototypes and Tinkercad. | Candle Making: We planned, branded and poured our own Oud candles. | Matatalab Pro: Angles, functions, loops and missions. | Today: We celebrate, present and reflect.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Show photos from the term: safety day, prototypes, Tinkercad, candles, Matatalab. Pairs have 60 seconds to name as many things they made or learned as they can. Share the top answers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showcase, prototype, Tinkercad, mould, brand, function, angle, reflect.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Term 1 journey: Safety Induction and origami maker piece Junior Innovator Challenge: idea, prototype, Tinkercad name tag Candle Making: plan, brand and pour Matatalab Pro: angles, functions and missions
This term you learned to work safely, to turn an idea into a prototype, to design in Tinkercad, to make and brand a candle and to code a robot with angles, functions and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like a maker: Hold up or point to your work. Say what it is and how you made it. Use at least two TCD words. Say one thing you would improve next time.
A good presentation shows your work, explains how you made it, uses TCD words and says what you would improve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Reflecting on growth: What could I not do in Week 1 that I can do now? Which project was hardest, and how did I keep going? Which TCD value did I show: courage, respect, tolerance or resilience?
Reflecting means thinking about how you have grown. Every maker improves by looking back at what worked and what they would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Choose your best piece 2. Plan with the presentation sheet 3. Practise with a partner 4. Present to the class 5. Complete your reflection 6. Take the Term 1 final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Handle other students' work gently. Candles stay unlit on the display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Choose your best Term 1 piece. Plan a 1-minute presentation. Present to the class. Complete the reflection sheet. Take the Term 1 final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is the first thing we do in the TCD workshop? 2. What is a prototype? 3. What do we use Tinkercad for? 4. What happens to wax when it cools? 5. What is a brand? 6. How many degrees is a quarter turn? 7. What does a function do in code? 8. What does a loop do? 9. What is debugging? 10. What should you say when you present your work? 11. Which ENS value means persisting through challenge? 12. Where were the Fanar lanterns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Celebrate the term. Announce that certificates will follow once the instructor approves them. Exit ticket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4  |  Term 1, Week 14  |  Term 1 Showcase</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Term 1 Showcase and Presentation</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Term 1 Showcase</a:t>
            </a:r>
            <a:endParaRPr lang="en-US" sz="1500" dirty="0"/>
          </a:p>
          <a:p>
            <a:pPr indent="0" marL="0">
              <a:buNone/>
            </a:pPr>
            <a:r>
              <a:rPr lang="en-US" sz="1500" dirty="0">
                <a:solidFill>
                  <a:schemeClr val="accent6"/>
                </a:solidFill>
              </a:rPr>
              <a:t>Grade 4  |  Term 1  |  Week 14 (30 Nov to 4 Dec)</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TERM 1 SHOWCASE</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What are you most proud of making this term?</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Week 1</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We learned to work safely in the TCD workshop.</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Junior Innovator</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Ideas, sketches, cardboard prototypes and Tinkercad.</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Candle Making</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We planned, branded and poured our own Oud candles.</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Matatalab Pro</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Angles, functions, loops and missions.</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present our Term 1 work and reflect on how we have grown as makers.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choose my best piece of work and explain why.</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present using TCD words like prototype, mould, function and angle.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reflect on one skill I improved this term.</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complete the Term 1 final quiz.</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Term 1 in 60 Seconds</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Show photos from the term: safety day, prototypes, Tinkercad, candles, Matatalab.</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Pairs have 60 seconds to name as many things they made or learned as they can.</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Share the top answers on the board.</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showcase</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prototype</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Tinkercad</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mould</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brand</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function</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angle</a:t>
            </a:r>
            <a:endParaRPr lang="en-US" sz="1700" dirty="0"/>
          </a:p>
        </p:txBody>
      </p:sp>
      <p:sp>
        <p:nvSpPr>
          <p:cNvPr id="17" name="word7"/>
          <p:cNvSpPr/>
          <p:nvPr/>
        </p:nvSpPr>
        <p:spPr>
          <a:xfrm>
            <a:off x="6766560" y="2240280"/>
            <a:ext cx="1920240"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685800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reflect</a:t>
            </a:r>
            <a:endParaRPr lang="en-US" sz="1700" dirty="0"/>
          </a:p>
        </p:txBody>
      </p:sp>
      <p:sp>
        <p:nvSpPr>
          <p:cNvPr id="19" name="Text 1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Our Term 1 journey</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Safety Induction and origami maker piece</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Junior Innovator Challenge: idea, prototype, Tinkercad name tag</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Candle Making: plan, brand and pour</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Matatalab Pro: angles, functions and missions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How to present like a maker</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Hold up or point to your work.</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Say what it is and how you made it.</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Use at least two TCD words.</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Say one thing you would improve next time.</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Reflecting on growth</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What could I not do in Week 1 that I can do now?</a:t>
            </a:r>
            <a:endParaRPr lang="en-US" sz="1600" dirty="0"/>
          </a:p>
        </p:txBody>
      </p:sp>
      <p:sp>
        <p:nvSpPr>
          <p:cNvPr id="6" name="Shape 3"/>
          <p:cNvSpPr/>
          <p:nvPr/>
        </p:nvSpPr>
        <p:spPr>
          <a:xfrm>
            <a:off x="457200" y="210312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223821"/>
            <a:ext cx="261518" cy="261518"/>
          </a:xfrm>
          <a:prstGeom prst="rect">
            <a:avLst/>
          </a:prstGeom>
        </p:spPr>
      </p:pic>
      <p:sp>
        <p:nvSpPr>
          <p:cNvPr id="8" name="Text 4"/>
          <p:cNvSpPr txBox="1"/>
          <p:nvPr/>
        </p:nvSpPr>
        <p:spPr>
          <a:xfrm>
            <a:off x="1143000" y="205740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Which project was hardest, and how did I keep going?</a:t>
            </a:r>
            <a:endParaRPr lang="en-US" sz="1600" dirty="0"/>
          </a:p>
        </p:txBody>
      </p:sp>
      <p:sp>
        <p:nvSpPr>
          <p:cNvPr id="9" name="Shape 5"/>
          <p:cNvSpPr/>
          <p:nvPr/>
        </p:nvSpPr>
        <p:spPr>
          <a:xfrm>
            <a:off x="457200" y="297180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92501"/>
            <a:ext cx="261518" cy="261518"/>
          </a:xfrm>
          <a:prstGeom prst="rect">
            <a:avLst/>
          </a:prstGeom>
        </p:spPr>
      </p:pic>
      <p:sp>
        <p:nvSpPr>
          <p:cNvPr id="11" name="Text 6"/>
          <p:cNvSpPr txBox="1"/>
          <p:nvPr/>
        </p:nvSpPr>
        <p:spPr>
          <a:xfrm>
            <a:off x="1143000" y="292608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Which TCD value did I show: courage, respect, tolerance or resilience?</a:t>
            </a:r>
            <a:endParaRPr lang="en-US" sz="1600" dirty="0"/>
          </a:p>
        </p:txBody>
      </p:sp>
      <p:sp>
        <p:nvSpPr>
          <p:cNvPr id="12"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3" name="Shape 8"/>
          <p:cNvSpPr/>
          <p:nvPr/>
        </p:nvSpPr>
        <p:spPr>
          <a:xfrm>
            <a:off x="6903720" y="1463040"/>
            <a:ext cx="1143000" cy="1143000"/>
          </a:xfrm>
          <a:prstGeom prst="ellipse">
            <a:avLst/>
          </a:prstGeom>
          <a:solidFill>
            <a:srgbClr val="FFFFFF"/>
          </a:solidFill>
          <a:ln w="12700">
            <a:solidFill>
              <a:srgbClr val="FFFFFF"/>
            </a:solidFill>
            <a:prstDash val="solid"/>
          </a:ln>
        </p:spPr>
      </p:sp>
      <p:pic>
        <p:nvPicPr>
          <p:cNvPr id="14" name="Image 3" descr="preencoded.png">    </p:cNvPr>
          <p:cNvPicPr>
            <a:picLocks noChangeAspect="1"/>
          </p:cNvPicPr>
          <p:nvPr/>
        </p:nvPicPr>
        <p:blipFill>
          <a:blip r:embed="rId4"/>
          <a:stretch>
            <a:fillRect/>
          </a:stretch>
        </p:blipFill>
        <p:spPr>
          <a:xfrm>
            <a:off x="7178040" y="1737360"/>
            <a:ext cx="594360" cy="594360"/>
          </a:xfrm>
          <a:prstGeom prst="rect">
            <a:avLst/>
          </a:prstGeom>
        </p:spPr>
      </p:pic>
      <p:sp>
        <p:nvSpPr>
          <p:cNvPr id="15" name="Text 9"/>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6" name="Text 10"/>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Showcase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Choose your best piece</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Plan with the presentation sheet</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Practise with a partner</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Present to the class</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Complete your reflection</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Take the Term 1 final quiz</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Handle other students' work gently.</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Candles stay unlit on the display table.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Choose your best Term 1 piece.</a:t>
            </a:r>
            <a:endParaRPr lang="en-US" sz="1600" dirty="0"/>
          </a:p>
        </p:txBody>
      </p:sp>
      <p:sp>
        <p:nvSpPr>
          <p:cNvPr id="5" name="Shape 3"/>
          <p:cNvSpPr/>
          <p:nvPr/>
        </p:nvSpPr>
        <p:spPr>
          <a:xfrm>
            <a:off x="457200" y="1920240"/>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47088"/>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Plan a 1-minute presentation.</a:t>
            </a:r>
            <a:endParaRPr lang="en-US" sz="1600" dirty="0"/>
          </a:p>
        </p:txBody>
      </p:sp>
      <p:sp>
        <p:nvSpPr>
          <p:cNvPr id="7" name="Shape 5"/>
          <p:cNvSpPr/>
          <p:nvPr/>
        </p:nvSpPr>
        <p:spPr>
          <a:xfrm>
            <a:off x="457200" y="2578608"/>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05456"/>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Present to the class.</a:t>
            </a:r>
            <a:endParaRPr lang="en-US" sz="1600" dirty="0"/>
          </a:p>
        </p:txBody>
      </p:sp>
      <p:sp>
        <p:nvSpPr>
          <p:cNvPr id="9" name="Shape 7"/>
          <p:cNvSpPr/>
          <p:nvPr/>
        </p:nvSpPr>
        <p:spPr>
          <a:xfrm>
            <a:off x="457200" y="3236976"/>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163824"/>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Complete the reflection sheet.</a:t>
            </a:r>
            <a:endParaRPr lang="en-US" sz="1600" dirty="0"/>
          </a:p>
        </p:txBody>
      </p:sp>
      <p:sp>
        <p:nvSpPr>
          <p:cNvPr id="11" name="Shape 9"/>
          <p:cNvSpPr/>
          <p:nvPr/>
        </p:nvSpPr>
        <p:spPr>
          <a:xfrm>
            <a:off x="457200" y="3895344"/>
            <a:ext cx="411480" cy="411480"/>
          </a:xfrm>
          <a:prstGeom prst="roundRect">
            <a:avLst>
              <a:gd name="adj" fmla="val 13333"/>
            </a:avLst>
          </a:prstGeom>
          <a:solidFill>
            <a:srgbClr val="FFFFFF"/>
          </a:solidFill>
          <a:ln w="25400">
            <a:solidFill>
              <a:srgbClr val="0E7C80"/>
            </a:solidFill>
            <a:prstDash val="solid"/>
          </a:ln>
        </p:spPr>
      </p:sp>
      <p:sp>
        <p:nvSpPr>
          <p:cNvPr id="12" name="Text 10"/>
          <p:cNvSpPr txBox="1"/>
          <p:nvPr/>
        </p:nvSpPr>
        <p:spPr>
          <a:xfrm>
            <a:off x="1051560" y="3822192"/>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Take the Term 1 final quiz.</a:t>
            </a:r>
            <a:endParaRPr lang="en-US" sz="1600" dirty="0"/>
          </a:p>
        </p:txBody>
      </p:sp>
      <p:sp>
        <p:nvSpPr>
          <p:cNvPr id="13"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4" name="Shape 12"/>
          <p:cNvSpPr/>
          <p:nvPr/>
        </p:nvSpPr>
        <p:spPr>
          <a:xfrm>
            <a:off x="6949440" y="1417320"/>
            <a:ext cx="1051560" cy="1051560"/>
          </a:xfrm>
          <a:prstGeom prst="ellipse">
            <a:avLst/>
          </a:prstGeom>
          <a:solidFill>
            <a:srgbClr val="0E7C80"/>
          </a:solidFill>
          <a:ln w="12700">
            <a:solidFill>
              <a:srgbClr val="0E7C80"/>
            </a:solidFill>
            <a:prstDash val="solid"/>
          </a:ln>
        </p:spPr>
      </p:sp>
      <p:pic>
        <p:nvPicPr>
          <p:cNvPr id="15"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6" name="Text 13"/>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7" name="Text 14"/>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My Term 1 Showcase</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Present with the sentence starter card and a partner beside you.</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Present for one minute using two TCD words.</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Present two pieces and explain how one project helped you in another.</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12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are you most proud of this term?</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do you want to learn in Term 2?</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choose my best piece of work and explain why.</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present using TCD words like prototype, mould, function and angle.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reflect on one skill I improved this term.</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complete the Term 1 final quiz.</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 1 Showcase: Term 1 Showcase and Presentation</dc:title>
  <dc:subject>PptxGenJS Presentation</dc:subject>
  <dc:creator>Ms. Lubna Kakkengal and Mr. Dilan Devendra</dc:creator>
  <cp:lastModifiedBy>Ms. Lubna Kakkengal and Mr. Dilan Devendra</cp:lastModifiedBy>
  <cp:revision>1</cp:revision>
  <dcterms:created xsi:type="dcterms:W3CDTF">2026-10-24T13:20:57Z</dcterms:created>
  <dcterms:modified xsi:type="dcterms:W3CDTF">2026-10-24T13:20:57Z</dcterms:modified>
</cp:coreProperties>
</file>