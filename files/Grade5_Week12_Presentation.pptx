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2b926ee-ebdb-0f89-3289-9ccaff5dca8e}">
          <p14:sldIdLst>
            <p14:sldId id="256"/>
            <p14:sldId id="257"/>
            <p14:sldId id="258"/>
            <p14:sldId id="259"/>
            <p14:sldId id="260"/>
          </p14:sldIdLst>
        </p14:section>
        <p14:section name="Learn" id="{ca6443ab-6654-2c18-70f6-1ace63758e64}">
          <p14:sldIdLst>
            <p14:sldId id="261"/>
            <p14:sldId id="262"/>
            <p14:sldId id="263"/>
          </p14:sldIdLst>
        </p14:section>
        <p14:section name="Make" id="{412acbf8-7337-3a21-a4eb-c2c57e3d0548}">
          <p14:sldIdLst>
            <p14:sldId id="264"/>
            <p14:sldId id="265"/>
            <p14:sldId id="266"/>
            <p14:sldId id="267"/>
          </p14:sldIdLst>
        </p14:section>
        <p14:section name="Check" id="{cb916003-68b5-45ec-fccd-5c3b531a18cb}">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5 TCD class, Junior Designer Challenge Session 4 of 5 (1 hour 30 minutes). Students prepare their Canva logo at the correct badge size with a bleed area, print and cut it, and press their own badge using the badge maker.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How does a picture on a screen become a badge you can wear?
Video scenes: Your logo: Designed in Canva last week. | The badge maker: A press that wraps your printed logo around a metal shell. | The trick: Print a little bigger than the badge, so the edges wrap around. | Today: Make a badge you can wear with pride.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Draw a circle on the board with a line through the middle. Ask: what do we call this line? (diameter) And half of it? (radius) Show a badge and ask students to estimate its diameter in millimetres, then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badge, diameter, bleed, circle cutter, shell, pin back, press, quality check.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Badge size and bleed: The badge face is the size you see, for example 58 mm. The paper circle must be bigger, for example about 70 mm, because it wraps around the edge. The extra part is called the bleed. Keep your logo and text inside the safe area in the middle.
A badge maker presses a printed paper circle and a clear cover around a metal shell, then joins it to a pin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Preparing the print: In Canva, add a circle frame at the cut size. Place your logo in the centre, inside the safe area. Fit several badges on one A4 page to save paper. Print in colour.
The paper circle must be bigger than the badge face, because the edges wrap around the back. The extra part is called the bleed.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badge press: Place the shell in the first die, face up. Add your paper circle face up, then the clear cover. Press down firmly, then swap to the pin back. Press again and take out your finished badge.
Keep important parts of your logo in the safe area in the centre so nothing gets cut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Size your logo with bleed 2. Print in colour 3. Cut the circle neatly 4. Shell, paper, cover 5. Press, then add the pin back 6. Press again and check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Keep fingers away from the press when it comes down. Only one person uses the press at a time. Use the circle cutter on a cutting mat with the teacher's help. Pin backs are sharp. Close the pin when you are not wearing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Prepare your logo at the correct size with bleed. Print and cut your circle neatly. Press your badge with the teacher at the station. Check it with the quality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is the diameter of a circle? 2. Why is the paper circle bigger than the badge face? 3. What is the extra part of the print called? 4. Where should your logo and text go? 5. What goes in the press first? 6. How many people should use the press at once? 7. Where should your fingers be when the press comes down? 8. Which file did we download from Canva for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Badge parade: students show their badge and one quality check they passed. Exit ticket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5  |  Term 1, Week 12  |  Junior Designer Challenge</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Badge Making</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Junior Designer Challenge</a:t>
            </a:r>
            <a:endParaRPr lang="en-US" sz="1500" dirty="0"/>
          </a:p>
          <a:p>
            <a:pPr indent="0" marL="0">
              <a:buNone/>
            </a:pPr>
            <a:r>
              <a:rPr lang="en-US" sz="1500" dirty="0">
                <a:solidFill>
                  <a:schemeClr val="accent6"/>
                </a:solidFill>
              </a:rPr>
              <a:t>Grade 5  |  Term 1  |  Week 12 (16 Nov to 20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JUNIOR DESIGNER CHALLENGE</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How does a picture on a screen become a badge you can wear?</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Your logo</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Designed in Canva last week.</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The badge maker</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 press that wraps your printed logo around a metal shell.</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The trick</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Print a little bigger than the badge, so the edges wrap around.</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Today</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Make a badge you can wear with pride.</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turn a digital logo into a real badge using the badge maker safely.</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size my logo correctly for the badge, including the bleed area.</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cut a neat circle with the circle cutter.</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follow the badge press steps in the right order.</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check my badge for quality.</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Circle Check</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Draw a circle on the board with a line through the middle.</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Ask: what do we call this line? (diameter) And half of it? (radius)</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Show a badge and ask students to estimate its diameter in millimetres, then measure.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920240"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badge</a:t>
            </a:r>
            <a:endParaRPr lang="en-US" sz="1700" dirty="0"/>
          </a:p>
        </p:txBody>
      </p:sp>
      <p:sp>
        <p:nvSpPr>
          <p:cNvPr id="5" name="word1"/>
          <p:cNvSpPr/>
          <p:nvPr/>
        </p:nvSpPr>
        <p:spPr>
          <a:xfrm>
            <a:off x="2560320" y="1280160"/>
            <a:ext cx="1920240"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diameter</a:t>
            </a:r>
            <a:endParaRPr lang="en-US" sz="1700" dirty="0"/>
          </a:p>
        </p:txBody>
      </p:sp>
      <p:sp>
        <p:nvSpPr>
          <p:cNvPr id="7" name="word2"/>
          <p:cNvSpPr/>
          <p:nvPr/>
        </p:nvSpPr>
        <p:spPr>
          <a:xfrm>
            <a:off x="4663440" y="1280160"/>
            <a:ext cx="1920240"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bleed</a:t>
            </a:r>
            <a:endParaRPr lang="en-US" sz="1700" dirty="0"/>
          </a:p>
        </p:txBody>
      </p:sp>
      <p:sp>
        <p:nvSpPr>
          <p:cNvPr id="9" name="word3"/>
          <p:cNvSpPr/>
          <p:nvPr/>
        </p:nvSpPr>
        <p:spPr>
          <a:xfrm>
            <a:off x="6766560" y="1280160"/>
            <a:ext cx="1920240"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circle cutter</a:t>
            </a:r>
            <a:endParaRPr lang="en-US" sz="1700" dirty="0"/>
          </a:p>
        </p:txBody>
      </p:sp>
      <p:sp>
        <p:nvSpPr>
          <p:cNvPr id="11" name="word4"/>
          <p:cNvSpPr/>
          <p:nvPr/>
        </p:nvSpPr>
        <p:spPr>
          <a:xfrm>
            <a:off x="457200" y="2240280"/>
            <a:ext cx="1920240"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54864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shell</a:t>
            </a:r>
            <a:endParaRPr lang="en-US" sz="1700" dirty="0"/>
          </a:p>
        </p:txBody>
      </p:sp>
      <p:sp>
        <p:nvSpPr>
          <p:cNvPr id="13" name="word5"/>
          <p:cNvSpPr/>
          <p:nvPr/>
        </p:nvSpPr>
        <p:spPr>
          <a:xfrm>
            <a:off x="2560320" y="2240280"/>
            <a:ext cx="1920240"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265176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pin back</a:t>
            </a:r>
            <a:endParaRPr lang="en-US" sz="1700" dirty="0"/>
          </a:p>
        </p:txBody>
      </p:sp>
      <p:sp>
        <p:nvSpPr>
          <p:cNvPr id="15" name="word6"/>
          <p:cNvSpPr/>
          <p:nvPr/>
        </p:nvSpPr>
        <p:spPr>
          <a:xfrm>
            <a:off x="4663440" y="2240280"/>
            <a:ext cx="1920240"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475488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press</a:t>
            </a:r>
            <a:endParaRPr lang="en-US" sz="1700" dirty="0"/>
          </a:p>
        </p:txBody>
      </p:sp>
      <p:sp>
        <p:nvSpPr>
          <p:cNvPr id="17" name="word7"/>
          <p:cNvSpPr/>
          <p:nvPr/>
        </p:nvSpPr>
        <p:spPr>
          <a:xfrm>
            <a:off x="6766560" y="2240280"/>
            <a:ext cx="1920240"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685800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quality check</a:t>
            </a:r>
            <a:endParaRPr lang="en-US" sz="1700" dirty="0"/>
          </a:p>
        </p:txBody>
      </p:sp>
      <p:sp>
        <p:nvSpPr>
          <p:cNvPr id="19" name="Text 17"/>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Badge size and bleed</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The badge face is the size you see, for example 58 mm.</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The paper circle must be bigger, for example about 70 mm, because it wraps around the edge.</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The extra part is called the bleed.</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your logo and text inside the safe area in the middle.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Preparing the print</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In Canva, add a circle frame at the cut size.</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Place your logo in the centre, inside the safe area.</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Fit several badges on one A4 page to save paper.</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Print in colour.</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Using the badge press</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Place the shell in the first die, face up.</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Add your paper circle face up, then the clear cover.</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Press down firmly, then swap to the pin back.</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Press again and take out your finished badge.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Badge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Size your logo with bleed</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Print in colour</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Cut the circle neatly</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Shell, paper, cover</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Press, then add the pin back</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Press again and check quality</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fingers away from the press when it comes down.</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Only one person uses the press at a time.</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Use the circle cutter on a cutting mat with the teacher's help.</a:t>
            </a:r>
            <a:endParaRPr lang="en-US" sz="1500" dirty="0"/>
          </a:p>
        </p:txBody>
      </p:sp>
      <p:sp>
        <p:nvSpPr>
          <p:cNvPr id="12" name="safe3"/>
          <p:cNvSpPr/>
          <p:nvPr/>
        </p:nvSpPr>
        <p:spPr>
          <a:xfrm>
            <a:off x="2194560" y="3163824"/>
            <a:ext cx="6492240" cy="566928"/>
          </a:xfrm>
          <a:prstGeom prst="roundRect">
            <a:avLst>
              <a:gd name="adj" fmla="val 19355"/>
            </a:avLst>
          </a:prstGeom>
          <a:solidFill>
            <a:srgbClr val="FFFFFF"/>
          </a:solidFill>
          <a:ln w="12700">
            <a:solidFill>
              <a:srgbClr val="FFFFFF"/>
            </a:solidFill>
            <a:prstDash val="solid"/>
          </a:ln>
        </p:spPr>
      </p:sp>
      <p:sp>
        <p:nvSpPr>
          <p:cNvPr id="13" name="Text 10"/>
          <p:cNvSpPr txBox="1"/>
          <p:nvPr/>
        </p:nvSpPr>
        <p:spPr>
          <a:xfrm>
            <a:off x="2377440" y="3163824"/>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Pin backs are sharp. Close the pin when you are not wearing the badge.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Prepare your logo at the correct size with bleed.</a:t>
            </a:r>
            <a:endParaRPr lang="en-US" sz="1600" dirty="0"/>
          </a:p>
        </p:txBody>
      </p:sp>
      <p:sp>
        <p:nvSpPr>
          <p:cNvPr id="5" name="Shape 3"/>
          <p:cNvSpPr/>
          <p:nvPr/>
        </p:nvSpPr>
        <p:spPr>
          <a:xfrm>
            <a:off x="457200" y="1947672"/>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745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Print and cut your circle neatly.</a:t>
            </a:r>
            <a:endParaRPr lang="en-US" sz="1600" dirty="0"/>
          </a:p>
        </p:txBody>
      </p:sp>
      <p:sp>
        <p:nvSpPr>
          <p:cNvPr id="7" name="Shape 5"/>
          <p:cNvSpPr/>
          <p:nvPr/>
        </p:nvSpPr>
        <p:spPr>
          <a:xfrm>
            <a:off x="457200" y="2633472"/>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603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Press your badge with the teacher at the station.</a:t>
            </a:r>
            <a:endParaRPr lang="en-US" sz="1600" dirty="0"/>
          </a:p>
        </p:txBody>
      </p:sp>
      <p:sp>
        <p:nvSpPr>
          <p:cNvPr id="9" name="Shape 7"/>
          <p:cNvSpPr/>
          <p:nvPr/>
        </p:nvSpPr>
        <p:spPr>
          <a:xfrm>
            <a:off x="457200" y="3319272"/>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2461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Check it with the quality checklist.</a:t>
            </a:r>
            <a:endParaRPr lang="en-US" sz="1600" dirty="0"/>
          </a:p>
        </p:txBody>
      </p:sp>
      <p:sp>
        <p:nvSpPr>
          <p:cNvPr id="11"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2" name="Shape 10"/>
          <p:cNvSpPr/>
          <p:nvPr/>
        </p:nvSpPr>
        <p:spPr>
          <a:xfrm>
            <a:off x="6949440" y="1417320"/>
            <a:ext cx="1051560" cy="1051560"/>
          </a:xfrm>
          <a:prstGeom prst="ellipse">
            <a:avLst/>
          </a:prstGeom>
          <a:solidFill>
            <a:srgbClr val="0E7C80"/>
          </a:solidFill>
          <a:ln w="12700">
            <a:solidFill>
              <a:srgbClr val="0E7C80"/>
            </a:solidFill>
            <a:prstDash val="solid"/>
          </a:ln>
        </p:spPr>
      </p:sp>
      <p:pic>
        <p:nvPicPr>
          <p:cNvPr id="13"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4" name="Text 11"/>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5" name="Text 12"/>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My Badge</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Use the ready-made Canva circle template and press with the teacher guiding each step.</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Prepare your own print with bleed and press your badge on your own with the teacher watching.</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Make a second badge with a message about the UAE in words and explain the bleed measurement.</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was the most important step at the press?</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does your badge say about your brand?</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size my logo correctly for the badge, including the bleed area.</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cut a neat circle with the circle cutter.</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follow the badge press steps in the right order.</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check my badge for quality.</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Junior Designer Challenge: Badge Making</dc:title>
  <dc:subject>PptxGenJS Presentation</dc:subject>
  <dc:creator>Ms. Lubna Kakkengal and Mr. Dilan Devendra</dc:creator>
  <cp:lastModifiedBy>Ms. Lubna Kakkengal and Mr. Dilan Devendra</cp:lastModifiedBy>
  <cp:revision>1</cp:revision>
  <dcterms:created xsi:type="dcterms:W3CDTF">2026-10-24T13:20:58Z</dcterms:created>
  <dcterms:modified xsi:type="dcterms:W3CDTF">2026-10-24T13:20:58Z</dcterms:modified>
</cp:coreProperties>
</file>