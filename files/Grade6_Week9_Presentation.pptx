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7162a94-5267-0c13-f70f-94e29316b581}">
          <p14:sldIdLst>
            <p14:sldId id="256"/>
            <p14:sldId id="257"/>
            <p14:sldId id="258"/>
            <p14:sldId id="259"/>
            <p14:sldId id="260"/>
          </p14:sldIdLst>
        </p14:section>
        <p14:section name="Learn" id="{899a586f-916e-d5f2-ca23-a68892d0cce4}">
          <p14:sldIdLst>
            <p14:sldId id="261"/>
            <p14:sldId id="262"/>
            <p14:sldId id="263"/>
            <p14:sldId id="264"/>
          </p14:sldIdLst>
        </p14:section>
        <p14:section name="Make" id="{3c1d26aa-cac3-f7f8-e710-6a197c45cfb9}">
          <p14:sldIdLst>
            <p14:sldId id="265"/>
            <p14:sldId id="266"/>
            <p14:sldId id="267"/>
            <p14:sldId id="268"/>
          </p14:sldIdLst>
        </p14:section>
        <p14:section name="Check" id="{9cf12215-b6fd-0f90-1294-81a49971a5ca}">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6 TCD class, My Maker Mark Session 1 of 3 (2 hours). Students explore what personal branding means, reflect on their strengths as makers, and design a personal maker logo (their maker mark) in Canva, ready to laser cut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In Week 5 you designed a logo for a product. What would a logo for YOU look like?
Video scenes: Makers sign their work: Craftspeople have always marked what they make. | A personal brand: It shows who you are, what you value and what you are good at. | Your maker mark: A simple symbol or monogram that is yours. | Next week: You will laser cut it into a real keychain or plaque.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Students write three words that describe them as makers on a sticky note. Partners swap notes and add one more word they have noticed about each other. Ask: how could a symbol show one of these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personal brand, maker mark, identity, symbol, monogram, vector, contrast, simplicity.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personal branding?: A personal brand is how others see your skills and values. It is built by what you do, not only by a logo. A maker mark is a small symbol that shows a piece of work is yours. Your Junior Engineer logo was for a product. Today's logo is for you.
A personal brand is how other people see your skills and values. It is built by what you do every day, and a logo can help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Ideas for a maker mark: Monogram: your initials joined together. Symbol: an object that shows a strength, like a gear, a lightbulb or a falcon. Badge: your initials inside a simple shape. Combine your initials with one simple symbol.
A maker mark is a small symbol that shows a piece of work is yours. Craftspeople have used marks like this for hundreds of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Designing for the laser: Use bold, simple shapes: thin lines may burn away. Use black and white only: black areas are engraved. Keep it inside 50 mm by 50 mm. Avoid tiny text smaller than 4 mm.
For laser cutting, designs must be bold and simple, in black and white, with no very thin lines or tiny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Building it in Canva: Create a 500 by 500 px design with a white background. Use shapes, lines and a bold font from Elements. Download as SVG (or PNG if SVG is not available). Name it Grade6_MakerMark_YourName.
For laser cutting, designs must be bold and simple, in black and white, with no very thin lines or tiny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Choose your three maker words 2. Sketch three ideas 3. Get peer feedback 4. Pick and refine the strongest 5. Build it in Canva in black and white 6. Download and save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Use school Canva accounts only. Your maker mark must be your own original design. Keep drinks away from devices.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Complete the strengths reflection. Sketch three maker mark ideas. Get feedback from two classmates. Build your final maker mark in Canva in black and white. Download it and save it in the class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a personal brand? 2. What is a maker mark? 3. A monogram is ... 4. Why should laser designs avoid very thin lines? 5. Which colours do we use for a laser-ready design? 6. What is the maximum size for our maker mark? 7. Which is the best way to choose your final design? 8. How is a personal brand mostly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Gallery of maker marks on screens. Students share their three words. Exit ticket (slide 15). Check files are saved in the class folder.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6  |  Term 1, Week 9  |  My Maker Mark</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Personal Branding and Logo Design</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My Maker Mark</a:t>
            </a:r>
            <a:endParaRPr lang="en-US" sz="1500" dirty="0"/>
          </a:p>
          <a:p>
            <a:pPr indent="0" marL="0">
              <a:buNone/>
            </a:pPr>
            <a:r>
              <a:rPr lang="en-US" sz="1500" dirty="0">
                <a:solidFill>
                  <a:schemeClr val="accent6"/>
                </a:solidFill>
              </a:rPr>
              <a:t>Grade 6  |  Term 1  |  Week 9 (26 Oct to 30 Oct)</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MY MAKER MARK</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In Week 5 you designed a logo for a product. What would a logo for YOU look like?</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Makers sign their work</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Craftspeople have always marked what they make.</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A personal brand</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It shows who you are, what you value and what you are good at.</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Your maker mark</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simple symbol or monogram that is yours.</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Next week</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You will laser cut it into a real keychain or plaque.</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design a personal maker mark that shows who we are as makers.</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explain what personal branding means.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choose three words that describe me as a maker.</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sketch at least three logo ideas and pick the strongest one.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build my logo in Canva so it is ready for laser cutting.</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Three Words</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write three words that describe them as makers on a sticky note.</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Partners swap notes and add one more word they have noticed about each other.</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Ask: how could a symbol show one of these words?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personal brand</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maker mark</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identity</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symbol</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monogram</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vector</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contrast</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simplicity</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What is personal branding?</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personal brand is how others see your skills and values.</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It is built by what you do, not only by a logo.</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 maker mark is a small symbol that shows a piece of work is yours.</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Your Junior Engineer logo was for a product. Today's logo is for you.</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Ideas for a maker mark</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Monogram: your initials joined together.</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Symbol: an object that shows a strength, like a gear, a lightbulb or a falcon.</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Badge: your initials inside a simple shape.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Combine your initials with one simple symbol.</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Designing for the laser</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bold, simple shapes: thin lines may burn away.</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black and white only: black areas are engraved.</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it inside 50 mm by 50 mm.</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Avoid tiny text smaller than 4 mm.</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Building it in Canva</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Create a 500 by 500 px design with a white background.</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Use shapes, lines and a bold font from Elements.</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Download as SVG (or PNG if SVG is not available).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Name it Grade6_MakerMark_YourName.</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Maker mark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Choose your three maker words</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Sketch three ideas</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Get peer feedback</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Pick and refine the strongest</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Build it in Canva in black and white</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Download and save</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school Canva accounts only.</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Your maker mark must be your own original design.</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Keep drinks away from devices.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Complete the strengths reflection.</a:t>
            </a:r>
            <a:endParaRPr lang="en-US" sz="1600" dirty="0"/>
          </a:p>
        </p:txBody>
      </p:sp>
      <p:sp>
        <p:nvSpPr>
          <p:cNvPr id="5" name="Shape 3"/>
          <p:cNvSpPr/>
          <p:nvPr/>
        </p:nvSpPr>
        <p:spPr>
          <a:xfrm>
            <a:off x="457200" y="1920240"/>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47088"/>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Sketch three maker mark ideas.</a:t>
            </a:r>
            <a:endParaRPr lang="en-US" sz="1600" dirty="0"/>
          </a:p>
        </p:txBody>
      </p:sp>
      <p:sp>
        <p:nvSpPr>
          <p:cNvPr id="7" name="Shape 5"/>
          <p:cNvSpPr/>
          <p:nvPr/>
        </p:nvSpPr>
        <p:spPr>
          <a:xfrm>
            <a:off x="457200" y="2578608"/>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05456"/>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Get feedback from two classmates.</a:t>
            </a:r>
            <a:endParaRPr lang="en-US" sz="1600" dirty="0"/>
          </a:p>
        </p:txBody>
      </p:sp>
      <p:sp>
        <p:nvSpPr>
          <p:cNvPr id="9" name="Shape 7"/>
          <p:cNvSpPr/>
          <p:nvPr/>
        </p:nvSpPr>
        <p:spPr>
          <a:xfrm>
            <a:off x="457200" y="3236976"/>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163824"/>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Build your final maker mark in Canva in black and white.</a:t>
            </a:r>
            <a:endParaRPr lang="en-US" sz="1600" dirty="0"/>
          </a:p>
        </p:txBody>
      </p:sp>
      <p:sp>
        <p:nvSpPr>
          <p:cNvPr id="11" name="Shape 9"/>
          <p:cNvSpPr/>
          <p:nvPr/>
        </p:nvSpPr>
        <p:spPr>
          <a:xfrm>
            <a:off x="457200" y="3895344"/>
            <a:ext cx="411480" cy="411480"/>
          </a:xfrm>
          <a:prstGeom prst="roundRect">
            <a:avLst>
              <a:gd name="adj" fmla="val 13333"/>
            </a:avLst>
          </a:prstGeom>
          <a:solidFill>
            <a:srgbClr val="FFFFFF"/>
          </a:solidFill>
          <a:ln w="25400">
            <a:solidFill>
              <a:srgbClr val="0E7C80"/>
            </a:solidFill>
            <a:prstDash val="solid"/>
          </a:ln>
        </p:spPr>
      </p:sp>
      <p:sp>
        <p:nvSpPr>
          <p:cNvPr id="12" name="Text 10"/>
          <p:cNvSpPr txBox="1"/>
          <p:nvPr/>
        </p:nvSpPr>
        <p:spPr>
          <a:xfrm>
            <a:off x="1051560" y="3822192"/>
            <a:ext cx="4846320" cy="658368"/>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Download it and save it in the class folder.</a:t>
            </a:r>
            <a:endParaRPr lang="en-US" sz="1600" dirty="0"/>
          </a:p>
        </p:txBody>
      </p:sp>
      <p:sp>
        <p:nvSpPr>
          <p:cNvPr id="13"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4" name="Shape 12"/>
          <p:cNvSpPr/>
          <p:nvPr/>
        </p:nvSpPr>
        <p:spPr>
          <a:xfrm>
            <a:off x="6949440" y="1417320"/>
            <a:ext cx="1051560" cy="1051560"/>
          </a:xfrm>
          <a:prstGeom prst="ellipse">
            <a:avLst/>
          </a:prstGeom>
          <a:solidFill>
            <a:srgbClr val="0E7C80"/>
          </a:solidFill>
          <a:ln w="12700">
            <a:solidFill>
              <a:srgbClr val="0E7C80"/>
            </a:solidFill>
            <a:prstDash val="solid"/>
          </a:ln>
        </p:spPr>
      </p:sp>
      <p:pic>
        <p:nvPicPr>
          <p:cNvPr id="15"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6" name="Text 13"/>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7" name="Text 14"/>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My Maker Mark</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Create a monogram of your initials inside a circle using the template.</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Design an original maker mark that combines initials and a symbol.</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Design a maker mark and a short brand statement that explains each part, and show how it links to your Junior Engineer product.</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does your maker mark say about you?</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How is a personal brand different from a product brand?</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explain what personal branding means.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choose three words that describe me as a maker.</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sketch at least three logo ideas and pick the strongest one.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build my logo in Canva so it is ready for laser cutting.</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Maker Mark: Personal Branding and Logo Design</dc:title>
  <dc:subject>PptxGenJS Presentation</dc:subject>
  <dc:creator>Ms. Lubna Kakkengal and Mr. Dilan Devendra</dc:creator>
  <cp:lastModifiedBy>Ms. Lubna Kakkengal and Mr. Dilan Devendra</cp:lastModifiedBy>
  <cp:revision>1</cp:revision>
  <dcterms:created xsi:type="dcterms:W3CDTF">2026-10-24T13:20:58Z</dcterms:created>
  <dcterms:modified xsi:type="dcterms:W3CDTF">2026-10-24T13:20:58Z</dcterms:modified>
</cp:coreProperties>
</file>